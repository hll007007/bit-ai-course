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20" r:id="rId1"/>
  </p:sldMasterIdLst>
  <p:notesMasterIdLst>
    <p:notesMasterId r:id="rId19"/>
  </p:notesMasterIdLst>
  <p:handoutMasterIdLst>
    <p:handoutMasterId r:id="rId20"/>
  </p:handoutMasterIdLst>
  <p:sldIdLst>
    <p:sldId id="830" r:id="rId2"/>
    <p:sldId id="257" r:id="rId3"/>
    <p:sldId id="572" r:id="rId4"/>
    <p:sldId id="573" r:id="rId5"/>
    <p:sldId id="831" r:id="rId6"/>
    <p:sldId id="520" r:id="rId7"/>
    <p:sldId id="574" r:id="rId8"/>
    <p:sldId id="575" r:id="rId9"/>
    <p:sldId id="576" r:id="rId10"/>
    <p:sldId id="835" r:id="rId11"/>
    <p:sldId id="577" r:id="rId12"/>
    <p:sldId id="836" r:id="rId13"/>
    <p:sldId id="464" r:id="rId14"/>
    <p:sldId id="465" r:id="rId15"/>
    <p:sldId id="466" r:id="rId16"/>
    <p:sldId id="582" r:id="rId17"/>
    <p:sldId id="832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3no5nAC4V1tii9RCUBGqxw==" hashData="QPkxzH+/AD7CwsbyIxPWwN6u6yPmLMjwdr9xR8Ev5whfnJurOYWJ/3petVr3EVjb0lV4V5UitDHhd4hzrrDrkA=="/>
  <p:extLst>
    <p:ext uri="{521415D9-36F7-43E2-AB2F-B90AF26B5E84}">
      <p14:sectionLst xmlns:p14="http://schemas.microsoft.com/office/powerpoint/2010/main">
        <p14:section name="默认节" id="{D5FEF765-A84E-44B9-A039-9C7B836DF998}">
          <p14:sldIdLst/>
        </p14:section>
        <p14:section name="无标题节" id="{77F72B58-5826-48C4-BDD9-D1586E301C93}">
          <p14:sldIdLst>
            <p14:sldId id="830"/>
            <p14:sldId id="257"/>
            <p14:sldId id="572"/>
            <p14:sldId id="573"/>
            <p14:sldId id="831"/>
            <p14:sldId id="520"/>
            <p14:sldId id="574"/>
            <p14:sldId id="575"/>
            <p14:sldId id="576"/>
            <p14:sldId id="835"/>
            <p14:sldId id="577"/>
            <p14:sldId id="836"/>
            <p14:sldId id="464"/>
            <p14:sldId id="465"/>
            <p14:sldId id="466"/>
            <p14:sldId id="582"/>
            <p14:sldId id="8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  <a:srgbClr val="FF00FF"/>
    <a:srgbClr val="009900"/>
    <a:srgbClr val="FF9900"/>
    <a:srgbClr val="FFCCFF"/>
    <a:srgbClr val="FF99FF"/>
    <a:srgbClr val="0F63BF"/>
    <a:srgbClr val="996633"/>
    <a:srgbClr val="2952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873" autoAdjust="0"/>
    <p:restoredTop sz="85343" autoAdjust="0"/>
  </p:normalViewPr>
  <p:slideViewPr>
    <p:cSldViewPr>
      <p:cViewPr varScale="1">
        <p:scale>
          <a:sx n="116" d="100"/>
          <a:sy n="116" d="100"/>
        </p:scale>
        <p:origin x="97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8" d="100"/>
          <a:sy n="68" d="100"/>
        </p:scale>
        <p:origin x="3029" y="3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4A11887-6550-4101-95C7-08FCB68982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4E12B2A8-08DE-45A6-8E2A-B6E294F0554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F35EA1E4-7730-40C9-8895-D95CD732B78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FFFD3CC-2C54-46C4-AEAE-571F65C79E2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560A93D-6B82-4F93-A2AC-200E663565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59DDF5A-5599-4258-AD1C-02F95F5114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6427A13-2B0C-4205-AD71-BB2393C289D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D7807583-7095-45E6-9025-EA83C39057F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8C5C0980-FF5D-42C6-9866-FB669636AF2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654" name="Rectangle 6">
            <a:extLst>
              <a:ext uri="{FF2B5EF4-FFF2-40B4-BE49-F238E27FC236}">
                <a16:creationId xmlns:a16="http://schemas.microsoft.com/office/drawing/2014/main" id="{C758D7CC-4229-4974-A48A-D2C830BC055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>
            <a:extLst>
              <a:ext uri="{FF2B5EF4-FFF2-40B4-BE49-F238E27FC236}">
                <a16:creationId xmlns:a16="http://schemas.microsoft.com/office/drawing/2014/main" id="{83881948-F6C1-4172-8860-1E6959BB99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57BDF5E-A7D3-4FE3-B747-594670C5A0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27CF44-67C7-42B8-B058-8A565254A756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2167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27CF44-67C7-42B8-B058-8A565254A756}" type="slidenum">
              <a:rPr lang="en-US" altLang="zh-CN" smtClean="0"/>
              <a:pPr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814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83A4FDFC-6F07-4BD9-934A-3B97B5A517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2905125"/>
            <a:ext cx="9010650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rgbClr val="2F4D71"/>
                  </a:outerShdw>
                </a:effectLst>
              </a14:hiddenEffects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E907108-8E4E-408F-BBCD-EF4E5376E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A76A5-9016-4BCB-8791-B7AC60DE55D2}" type="datetimeFigureOut">
              <a:rPr lang="zh-CN" altLang="en-US"/>
              <a:pPr>
                <a:defRPr/>
              </a:pPr>
              <a:t>2023/9/16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24ADB0B-D06E-4529-AC35-70BD62AE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06DC7981-AD1C-417E-8F8A-C33E11AB2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B16AA88-33A8-4360-B1D1-86C2FC50D8E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27C380-D5CA-487D-8B4A-40191701B10C}"/>
              </a:ext>
            </a:extLst>
          </p:cNvPr>
          <p:cNvSpPr txBox="1"/>
          <p:nvPr userDrawn="1"/>
        </p:nvSpPr>
        <p:spPr>
          <a:xfrm>
            <a:off x="0" y="-106"/>
            <a:ext cx="9144000" cy="684076"/>
          </a:xfrm>
          <a:prstGeom prst="rect">
            <a:avLst/>
          </a:prstGeom>
          <a:solidFill>
            <a:srgbClr val="356599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1677F89-C3D8-4FAC-8F46-73B22EFE2001}"/>
              </a:ext>
            </a:extLst>
          </p:cNvPr>
          <p:cNvSpPr txBox="1"/>
          <p:nvPr userDrawn="1"/>
        </p:nvSpPr>
        <p:spPr>
          <a:xfrm>
            <a:off x="2519772" y="-31484"/>
            <a:ext cx="41335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工  程  制  图</a:t>
            </a:r>
            <a:endParaRPr lang="en-US" altLang="zh-CN" sz="2800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en-US" altLang="zh-CN" sz="1600" dirty="0">
                <a:solidFill>
                  <a:schemeClr val="bg1"/>
                </a:solidFill>
                <a:latin typeface="MV Boli" panose="02000500030200090000" pitchFamily="2" charset="0"/>
                <a:ea typeface="华文行楷" panose="02010800040101010101" pitchFamily="2" charset="-122"/>
                <a:cs typeface="MV Boli" panose="02000500030200090000" pitchFamily="2" charset="0"/>
              </a:rPr>
              <a:t>Engineering Drawing</a:t>
            </a:r>
            <a:endParaRPr lang="zh-CN" altLang="en-US" sz="1600" dirty="0">
              <a:solidFill>
                <a:schemeClr val="bg1"/>
              </a:solidFill>
              <a:latin typeface="MV Boli" panose="02000500030200090000" pitchFamily="2" charset="0"/>
              <a:ea typeface="华文行楷" panose="02010800040101010101" pitchFamily="2" charset="-122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70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1045AE6-7F64-4C89-AFE9-F5AD33EE7D1F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398463" y="223838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0A3284A-E1E7-439E-8D6A-D20C8BE84236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781050" y="223838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EBB4047-55C2-40FF-A85B-CFDAD1DB189A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522288" y="646113"/>
            <a:ext cx="422275" cy="474662"/>
          </a:xfrm>
          <a:prstGeom prst="rect">
            <a:avLst/>
          </a:prstGeom>
          <a:solidFill>
            <a:srgbClr val="3333CC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2A1490C-EBDA-4D74-846F-7C8DC481CFB1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892175" y="646113"/>
            <a:ext cx="368300" cy="474662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8FD9F71-BA14-4815-A3FC-005B6969E1BE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07950" y="573088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A954E16-96E4-4748-94A3-BBDBD8440CBA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742950" y="115888"/>
            <a:ext cx="31750" cy="105251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zh-CN" kern="0">
              <a:solidFill>
                <a:sysClr val="windowText" lastClr="000000"/>
              </a:solidFill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3F537280-8769-4E89-8FC7-D16E00B4F898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42913" y="981075"/>
            <a:ext cx="8226425" cy="46038"/>
          </a:xfrm>
          <a:prstGeom prst="rect">
            <a:avLst/>
          </a:prstGeom>
          <a:gradFill rotWithShape="0">
            <a:gsLst>
              <a:gs pos="0">
                <a:srgbClr val="E96705"/>
              </a:gs>
              <a:gs pos="100000">
                <a:srgbClr val="FFFFFF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>
              <a:solidFill>
                <a:srgbClr val="0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8780"/>
            <a:ext cx="8363272" cy="467738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944910" y="116632"/>
            <a:ext cx="7793038" cy="776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日期占位符 3">
            <a:extLst>
              <a:ext uri="{FF2B5EF4-FFF2-40B4-BE49-F238E27FC236}">
                <a16:creationId xmlns:a16="http://schemas.microsoft.com/office/drawing/2014/main" id="{B840D005-C9F8-4193-B9DE-CCE67045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535E3B-B3D0-4711-A5B2-02B1305946A7}" type="datetimeFigureOut">
              <a:rPr lang="zh-CN" altLang="en-US"/>
              <a:pPr>
                <a:defRPr/>
              </a:pPr>
              <a:t>2023/9/16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C977B238-4E0D-445D-8FD1-9412039F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2C7311F7-380C-471C-88CF-608B76F4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CF50522-5FB5-42DD-8E08-73B512B125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3994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7D4E55-4801-4FA3-9383-0F33C86FF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D0B84D-AB80-4F43-B987-4218549FC9D5}" type="datetimeFigureOut">
              <a:rPr lang="zh-CN" altLang="en-US"/>
              <a:pPr>
                <a:defRPr/>
              </a:pPr>
              <a:t>2023/9/16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3862F1-635D-48B5-8410-19B26FC4B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A9509-1F44-4017-8ADA-B58DCCEA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DE84C-C159-4E3E-BD2C-6364314DCD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3591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8DD3DA5-BB7B-437B-97AE-5101AFB42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84627E-EDAA-4DF5-BA3A-269BB2071768}" type="datetimeFigureOut">
              <a:rPr lang="zh-CN" altLang="en-US"/>
              <a:pPr>
                <a:defRPr/>
              </a:pPr>
              <a:t>2023/9/16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DC0B20BA-B3B9-4543-94D2-BCCE11CD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FED30CA-92E6-498C-A69F-54BE8A20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831F3-1CB4-4115-9F6E-05C10E18F4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489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FDA05C66-56AB-443E-922F-E771F8728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E7D1C7-4834-472C-BE11-60D752E5D74B}" type="datetimeFigureOut">
              <a:rPr lang="zh-CN" altLang="en-US"/>
              <a:pPr>
                <a:defRPr/>
              </a:pPr>
              <a:t>2023/9/16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A97D6C07-7397-44A1-95D9-94FEDF57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CE6B6BB6-7501-4EDF-9031-91774BC3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2B1093-8792-4A7D-87F1-A33FDD8FC63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1428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54CAEC6D-6617-44D1-8671-00073CE5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C5B3AF-7D9E-4454-8FE8-FD1ECAA69ED3}" type="datetimeFigureOut">
              <a:rPr lang="zh-CN" altLang="en-US"/>
              <a:pPr>
                <a:defRPr/>
              </a:pPr>
              <a:t>2023/9/16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9E51C04-457B-441E-B8C7-7B25AA3AA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AC5514D-45BD-4250-9CA3-42C61566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BEA98-6A59-48AF-94AD-9C3EAEFB685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9417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6F60B9B7-CD85-4773-9CBF-35F2B87C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79EB7-844F-4CED-AB83-FD88CD8C805A}" type="datetimeFigureOut">
              <a:rPr lang="zh-CN" altLang="en-US"/>
              <a:pPr>
                <a:defRPr/>
              </a:pPr>
              <a:t>2023/9/16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6A060924-EACC-4527-854D-B128053C1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C0ACD39-DAF2-4D54-A39E-53F211893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E3227-36B1-41AA-A2FC-CD0F93B0CD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9676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49DED36C-AD25-4C3C-867B-68E57584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668BA-1DF1-4430-933B-E607DA92A0E6}" type="datetimeFigureOut">
              <a:rPr lang="zh-CN" altLang="en-US"/>
              <a:pPr>
                <a:defRPr/>
              </a:pPr>
              <a:t>2023/9/16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D1A6492-6181-4610-95EC-ABEFA1BFF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17EBA37-7EF6-430D-9D84-8F61FF9D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4C9661-E9DF-4C79-9E26-FC7B38B395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2539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2203A9D-D0D0-4060-86B7-15A76B99B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F956A-A956-4217-BADE-75322D45641B}" type="datetimeFigureOut">
              <a:rPr lang="zh-CN" altLang="en-US"/>
              <a:pPr>
                <a:defRPr/>
              </a:pPr>
              <a:t>2023/9/16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9CF1E5B-1F54-44FC-979B-08A94EBD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231BD12-C1D2-46F5-8246-221A8CBA8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3F454-BA00-44BF-861C-EB308977EA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477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8E4E4D-BA52-4C1A-B1DE-EB70EFAAE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B242A-81BB-4B44-8367-A2F15C508AA1}" type="datetimeFigureOut">
              <a:rPr lang="zh-CN" altLang="en-US"/>
              <a:pPr>
                <a:defRPr/>
              </a:pPr>
              <a:t>2023/9/16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6E36FF-4766-47B2-A8AB-44274388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F13421-E8AA-4930-A340-FD3F8CBAC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E5CA5-1C76-4B07-9132-DADB48475D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9002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79FFE4-3979-473B-949D-B33B90DA4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5EBE1-CDD9-4AC6-8826-8E2B04CE4E62}" type="datetimeFigureOut">
              <a:rPr lang="zh-CN" altLang="en-US"/>
              <a:pPr>
                <a:defRPr/>
              </a:pPr>
              <a:t>2023/9/16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2CDEA1-48DF-45D3-A1AF-F0F13AB0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90EB24-462B-4C16-B54F-BD4FA1986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72C904-317F-430F-8D25-1A44BEBD99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41478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标题，文本与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图表占位符 3"/>
          <p:cNvSpPr>
            <a:spLocks noGrp="1"/>
          </p:cNvSpPr>
          <p:nvPr>
            <p:ph type="chart"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A56745-1147-4EE8-89FA-6E5C113103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640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2B7E3D8-CA3A-4A12-8F8F-457DAC31646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EB392777-249F-4AE2-98EF-FC584B9D26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8E4B3E-08AE-40C0-8FEC-7CAA550B4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fld id="{0675659F-7B49-43B3-AE44-21F9C40B4901}" type="datetimeFigureOut">
              <a:rPr lang="zh-CN" altLang="en-US"/>
              <a:pPr>
                <a:defRPr/>
              </a:pPr>
              <a:t>2023/9/16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9E2ADB-FA07-4C23-B0B1-A53225CC18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95E8DD-E147-45EE-9499-27AF6EAD4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323E0D7-AE80-4F52-A688-106D532E4C0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67" r:id="rId1"/>
    <p:sldLayoutId id="2147484968" r:id="rId2"/>
    <p:sldLayoutId id="2147484958" r:id="rId3"/>
    <p:sldLayoutId id="2147484959" r:id="rId4"/>
    <p:sldLayoutId id="2147484960" r:id="rId5"/>
    <p:sldLayoutId id="2147484961" r:id="rId6"/>
    <p:sldLayoutId id="2147484962" r:id="rId7"/>
    <p:sldLayoutId id="2147484963" r:id="rId8"/>
    <p:sldLayoutId id="2147484964" r:id="rId9"/>
    <p:sldLayoutId id="2147484965" r:id="rId10"/>
    <p:sldLayoutId id="2147484966" r:id="rId11"/>
    <p:sldLayoutId id="2147484969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oleObject" Target="../embeddings/oleObject7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611560" y="1592796"/>
            <a:ext cx="8532440" cy="4200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ts val="4000"/>
              </a:lnSpc>
              <a:spcBef>
                <a:spcPct val="2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   1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）根据图形大小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定比例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、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图纸幅面</a:t>
            </a:r>
          </a:p>
          <a:p>
            <a:pPr eaLnBrk="1" hangingPunct="1">
              <a:lnSpc>
                <a:spcPts val="4000"/>
              </a:lnSpc>
              <a:spcBef>
                <a:spcPct val="2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  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2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）用胶纸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固定图纸</a:t>
            </a:r>
          </a:p>
          <a:p>
            <a:pPr eaLnBrk="1" hangingPunct="1">
              <a:lnSpc>
                <a:spcPts val="4000"/>
              </a:lnSpc>
              <a:spcBef>
                <a:spcPct val="2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  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3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）用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细实线画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底稿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（先画已知线段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弧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、再画</a:t>
            </a:r>
            <a:endParaRPr lang="en-US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spcBef>
                <a:spcPct val="20000"/>
              </a:spcBef>
            </a:pPr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         中间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线段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弧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、最后画连接线段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弧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)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）</a:t>
            </a:r>
            <a:endParaRPr kumimoji="1" lang="en-US" altLang="zh-CN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spcBef>
                <a:spcPct val="2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  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4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）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标注尺寸</a:t>
            </a:r>
          </a:p>
          <a:p>
            <a:pPr eaLnBrk="1" hangingPunct="1">
              <a:lnSpc>
                <a:spcPts val="4000"/>
              </a:lnSpc>
              <a:spcBef>
                <a:spcPct val="2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  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5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）检查、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描深</a:t>
            </a:r>
          </a:p>
          <a:p>
            <a:pPr eaLnBrk="1" hangingPunct="1">
              <a:lnSpc>
                <a:spcPts val="4000"/>
              </a:lnSpc>
              <a:spcBef>
                <a:spcPct val="2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   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6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）填写</a:t>
            </a:r>
            <a:r>
              <a:rPr kumimoji="1"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标题栏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C42F675-F1E9-3209-C0A7-52E7633B3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368660"/>
            <a:ext cx="7884876" cy="5869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r>
              <a:rPr kumimoji="1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平面图形的画图步骤</a:t>
            </a:r>
            <a:r>
              <a:rPr kumimoji="1" lang="zh-CN" altLang="en-US" sz="3200" dirty="0">
                <a:latin typeface="宋体" charset="-122"/>
              </a:rPr>
              <a:t>（</a:t>
            </a:r>
            <a:r>
              <a:rPr kumimoji="1"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尺规大作业，</a:t>
            </a:r>
            <a:r>
              <a:rPr kumimoji="1"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P23</a:t>
            </a:r>
            <a:r>
              <a:rPr kumimoji="1" lang="zh-CN" altLang="en-US" sz="3200" dirty="0">
                <a:latin typeface="宋体" charset="-122"/>
              </a:rPr>
              <a:t>）</a:t>
            </a:r>
            <a:endParaRPr kumimoji="1" lang="zh-CN" altLang="en-US" sz="3200" dirty="0">
              <a:latin typeface="Times New Roman" panose="02020603050405020304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59351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FD3D6F0-0B43-4206-AB8E-D4ACE3F61EA3}"/>
              </a:ext>
            </a:extLst>
          </p:cNvPr>
          <p:cNvSpPr txBox="1"/>
          <p:nvPr/>
        </p:nvSpPr>
        <p:spPr>
          <a:xfrm>
            <a:off x="1677956" y="313269"/>
            <a:ext cx="6150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“圆弧连接”大作业评分标准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282D4B-308E-444F-8B3E-E570D074975A}"/>
              </a:ext>
            </a:extLst>
          </p:cNvPr>
          <p:cNvSpPr txBox="1"/>
          <p:nvPr/>
        </p:nvSpPr>
        <p:spPr>
          <a:xfrm>
            <a:off x="755984" y="1192881"/>
            <a:ext cx="7861300" cy="5351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大作业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满分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。圆弧连接、线型、中心线、尺寸线均符合标准，图面整洁；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圆弧连接有明显的突变（不相切），每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处扣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0.2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线型按标准画，相同线型要保持粗细深浅一致，不一致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处扣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0.1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分，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累积最多扣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中心线、尺寸界线、尺寸线符合标准，不符合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处扣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0.1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分，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累积最多扣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尺寸箭头要符合标准，不符合 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处扣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0.1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分，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累积最多扣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图面质量，根据图形的摆放位置、图面整洁，酌情扣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0.1~0.5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分；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标题栏不按规定写扣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0.5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04555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4" descr="复件 xt1-08-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50" y="1031515"/>
            <a:ext cx="7272338" cy="545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6677" name="Oval 5"/>
          <p:cNvSpPr>
            <a:spLocks noChangeArrowheads="1"/>
          </p:cNvSpPr>
          <p:nvPr/>
        </p:nvSpPr>
        <p:spPr bwMode="auto">
          <a:xfrm>
            <a:off x="2843213" y="5685466"/>
            <a:ext cx="431800" cy="576262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56678" name="Oval 6"/>
          <p:cNvSpPr>
            <a:spLocks noChangeArrowheads="1"/>
          </p:cNvSpPr>
          <p:nvPr/>
        </p:nvSpPr>
        <p:spPr bwMode="auto">
          <a:xfrm>
            <a:off x="6227763" y="3451853"/>
            <a:ext cx="431800" cy="576263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56679" name="Oval 7"/>
          <p:cNvSpPr>
            <a:spLocks noChangeArrowheads="1"/>
          </p:cNvSpPr>
          <p:nvPr/>
        </p:nvSpPr>
        <p:spPr bwMode="auto">
          <a:xfrm>
            <a:off x="5292725" y="2877178"/>
            <a:ext cx="431800" cy="576263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56680" name="Oval 8"/>
          <p:cNvSpPr>
            <a:spLocks noChangeArrowheads="1"/>
          </p:cNvSpPr>
          <p:nvPr/>
        </p:nvSpPr>
        <p:spPr bwMode="auto">
          <a:xfrm>
            <a:off x="1042988" y="3093078"/>
            <a:ext cx="431800" cy="576263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56681" name="Oval 9"/>
          <p:cNvSpPr>
            <a:spLocks noChangeArrowheads="1"/>
          </p:cNvSpPr>
          <p:nvPr/>
        </p:nvSpPr>
        <p:spPr bwMode="auto">
          <a:xfrm>
            <a:off x="1476375" y="4244016"/>
            <a:ext cx="431800" cy="576262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56682" name="Oval 10"/>
          <p:cNvSpPr>
            <a:spLocks noChangeArrowheads="1"/>
          </p:cNvSpPr>
          <p:nvPr/>
        </p:nvSpPr>
        <p:spPr bwMode="auto">
          <a:xfrm>
            <a:off x="4859338" y="5756903"/>
            <a:ext cx="431800" cy="576263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56683" name="Oval 11"/>
          <p:cNvSpPr>
            <a:spLocks noChangeArrowheads="1"/>
          </p:cNvSpPr>
          <p:nvPr/>
        </p:nvSpPr>
        <p:spPr bwMode="auto">
          <a:xfrm>
            <a:off x="5219700" y="2443791"/>
            <a:ext cx="431800" cy="576262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56684" name="Oval 12"/>
          <p:cNvSpPr>
            <a:spLocks noChangeArrowheads="1"/>
          </p:cNvSpPr>
          <p:nvPr/>
        </p:nvSpPr>
        <p:spPr bwMode="auto">
          <a:xfrm>
            <a:off x="3635375" y="3020053"/>
            <a:ext cx="431800" cy="576263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56685" name="Oval 13"/>
          <p:cNvSpPr>
            <a:spLocks noChangeArrowheads="1"/>
          </p:cNvSpPr>
          <p:nvPr/>
        </p:nvSpPr>
        <p:spPr bwMode="auto">
          <a:xfrm>
            <a:off x="3203575" y="2588253"/>
            <a:ext cx="431800" cy="576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56686" name="Oval 14"/>
          <p:cNvSpPr>
            <a:spLocks noChangeArrowheads="1"/>
          </p:cNvSpPr>
          <p:nvPr/>
        </p:nvSpPr>
        <p:spPr bwMode="auto">
          <a:xfrm>
            <a:off x="6732588" y="2011991"/>
            <a:ext cx="431800" cy="576262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56688" name="Oval 16"/>
          <p:cNvSpPr>
            <a:spLocks noChangeArrowheads="1"/>
          </p:cNvSpPr>
          <p:nvPr/>
        </p:nvSpPr>
        <p:spPr bwMode="auto">
          <a:xfrm>
            <a:off x="4427538" y="4893303"/>
            <a:ext cx="431800" cy="57626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56689" name="Oval 17"/>
          <p:cNvSpPr>
            <a:spLocks noChangeArrowheads="1"/>
          </p:cNvSpPr>
          <p:nvPr/>
        </p:nvSpPr>
        <p:spPr bwMode="auto">
          <a:xfrm>
            <a:off x="6300788" y="1940553"/>
            <a:ext cx="431800" cy="576263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156690" name="Oval 18"/>
          <p:cNvSpPr>
            <a:spLocks noChangeArrowheads="1"/>
          </p:cNvSpPr>
          <p:nvPr/>
        </p:nvSpPr>
        <p:spPr bwMode="auto">
          <a:xfrm>
            <a:off x="6732588" y="1003928"/>
            <a:ext cx="431800" cy="576263"/>
          </a:xfrm>
          <a:prstGeom prst="ellipse">
            <a:avLst/>
          </a:prstGeom>
          <a:noFill/>
          <a:ln w="28575">
            <a:solidFill>
              <a:srgbClr val="3333FF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zh-CN" altLang="zh-CN">
              <a:solidFill>
                <a:srgbClr val="0000FF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CF8FA1-2F68-D7A9-E777-0E5F733E82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7535" y="38194"/>
            <a:ext cx="4886733" cy="90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尺规作业：</a:t>
            </a:r>
            <a:r>
              <a:rPr lang="en-US" altLang="zh-CN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1-8</a:t>
            </a:r>
            <a:r>
              <a:rPr lang="zh-CN" altLang="en-US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（</a:t>
            </a:r>
            <a:r>
              <a:rPr lang="en-US" altLang="zh-CN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2</a:t>
            </a:r>
            <a:r>
              <a:rPr lang="zh-CN" altLang="en-US" sz="4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6384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7" grpId="0" animBg="1"/>
      <p:bldP spid="156678" grpId="0" animBg="1"/>
      <p:bldP spid="156679" grpId="0" animBg="1"/>
      <p:bldP spid="156680" grpId="0" animBg="1"/>
      <p:bldP spid="156681" grpId="0" animBg="1"/>
      <p:bldP spid="156682" grpId="0" animBg="1"/>
      <p:bldP spid="156683" grpId="0" animBg="1"/>
      <p:bldP spid="156684" grpId="0" animBg="1"/>
      <p:bldP spid="156685" grpId="0" animBg="1"/>
      <p:bldP spid="156686" grpId="0" animBg="1"/>
      <p:bldP spid="156688" grpId="0" animBg="1"/>
      <p:bldP spid="156689" grpId="0" animBg="1"/>
      <p:bldP spid="15669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863588" y="2024844"/>
            <a:ext cx="7467600" cy="4464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1528751" y="2202644"/>
            <a:ext cx="6629400" cy="411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zh-CN" altLang="zh-CN" sz="32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5491151" y="5628469"/>
            <a:ext cx="2667000" cy="685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kumimoji="1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标题栏</a:t>
            </a: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3024176" y="3275794"/>
            <a:ext cx="3581400" cy="1905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图形</a:t>
            </a:r>
            <a:endParaRPr kumimoji="1"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>
            <a:off x="3024176" y="518079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>
            <a:off x="6605576" y="518079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3024176" y="5409394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>
            <a:off x="2643176" y="5180794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 flipH="1">
            <a:off x="2643176" y="3275794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 flipV="1">
            <a:off x="2719376" y="3275794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52" name="Text Box 12"/>
          <p:cNvSpPr txBox="1">
            <a:spLocks noChangeArrowheads="1"/>
          </p:cNvSpPr>
          <p:nvPr/>
        </p:nvSpPr>
        <p:spPr bwMode="auto">
          <a:xfrm>
            <a:off x="4532301" y="4971244"/>
            <a:ext cx="3873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2338376" y="3961594"/>
            <a:ext cx="3873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1636701" y="3371044"/>
            <a:ext cx="477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35855" name="Text Box 15"/>
          <p:cNvSpPr txBox="1">
            <a:spLocks noChangeArrowheads="1"/>
          </p:cNvSpPr>
          <p:nvPr/>
        </p:nvSpPr>
        <p:spPr bwMode="auto">
          <a:xfrm>
            <a:off x="7062776" y="3351994"/>
            <a:ext cx="477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35856" name="Text Box 16"/>
          <p:cNvSpPr txBox="1">
            <a:spLocks noChangeArrowheads="1"/>
          </p:cNvSpPr>
          <p:nvPr/>
        </p:nvSpPr>
        <p:spPr bwMode="auto">
          <a:xfrm>
            <a:off x="4456101" y="2380444"/>
            <a:ext cx="477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4456101" y="5580844"/>
            <a:ext cx="477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35858" name="Text Box 18"/>
          <p:cNvSpPr txBox="1">
            <a:spLocks noChangeArrowheads="1"/>
          </p:cNvSpPr>
          <p:nvPr/>
        </p:nvSpPr>
        <p:spPr bwMode="auto">
          <a:xfrm>
            <a:off x="1864747" y="1224620"/>
            <a:ext cx="51482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X=(</a:t>
            </a: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390</a:t>
            </a:r>
            <a:r>
              <a:rPr kumimoji="1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-x)/2        Y=(</a:t>
            </a: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287</a:t>
            </a:r>
            <a:r>
              <a:rPr kumimoji="1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-y)/2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DF4CB79-4E9A-67F2-3326-B3D65E834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260" y="220433"/>
            <a:ext cx="638748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1"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带装订边</a:t>
            </a:r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的图面布局</a:t>
            </a:r>
          </a:p>
        </p:txBody>
      </p:sp>
    </p:spTree>
    <p:extLst>
      <p:ext uri="{BB962C8B-B14F-4D97-AF65-F5344CB8AC3E}">
        <p14:creationId xmlns:p14="http://schemas.microsoft.com/office/powerpoint/2010/main" val="3390048426"/>
      </p:ext>
    </p:extLst>
  </p:cSld>
  <p:clrMapOvr>
    <a:masterClrMapping/>
  </p:clrMapOvr>
  <p:transition>
    <p:strips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ChangeArrowheads="1"/>
          </p:cNvSpPr>
          <p:nvPr/>
        </p:nvSpPr>
        <p:spPr bwMode="auto">
          <a:xfrm>
            <a:off x="1043608" y="1888256"/>
            <a:ext cx="7200800" cy="472073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3" name="Rectangle 3"/>
          <p:cNvSpPr>
            <a:spLocks noChangeArrowheads="1"/>
          </p:cNvSpPr>
          <p:nvPr/>
        </p:nvSpPr>
        <p:spPr bwMode="auto">
          <a:xfrm>
            <a:off x="1348731" y="2202644"/>
            <a:ext cx="6629400" cy="4114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zh-CN" altLang="zh-CN" sz="3200" b="1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4" name="Rectangle 4"/>
          <p:cNvSpPr>
            <a:spLocks noChangeArrowheads="1"/>
          </p:cNvSpPr>
          <p:nvPr/>
        </p:nvSpPr>
        <p:spPr bwMode="auto">
          <a:xfrm>
            <a:off x="5311131" y="5628469"/>
            <a:ext cx="2667000" cy="68580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kumimoji="1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标题栏</a:t>
            </a: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2844156" y="3275794"/>
            <a:ext cx="3581400" cy="1905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图形</a:t>
            </a:r>
            <a:endParaRPr kumimoji="1" lang="zh-CN" altLang="en-US" sz="32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6" name="Line 6"/>
          <p:cNvSpPr>
            <a:spLocks noChangeShapeType="1"/>
          </p:cNvSpPr>
          <p:nvPr/>
        </p:nvSpPr>
        <p:spPr bwMode="auto">
          <a:xfrm>
            <a:off x="2844156" y="518079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7" name="Line 7"/>
          <p:cNvSpPr>
            <a:spLocks noChangeShapeType="1"/>
          </p:cNvSpPr>
          <p:nvPr/>
        </p:nvSpPr>
        <p:spPr bwMode="auto">
          <a:xfrm>
            <a:off x="6425556" y="518079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8" name="Line 8"/>
          <p:cNvSpPr>
            <a:spLocks noChangeShapeType="1"/>
          </p:cNvSpPr>
          <p:nvPr/>
        </p:nvSpPr>
        <p:spPr bwMode="auto">
          <a:xfrm>
            <a:off x="2844156" y="5409394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49" name="Line 9"/>
          <p:cNvSpPr>
            <a:spLocks noChangeShapeType="1"/>
          </p:cNvSpPr>
          <p:nvPr/>
        </p:nvSpPr>
        <p:spPr bwMode="auto">
          <a:xfrm flipH="1">
            <a:off x="2463156" y="5180794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50" name="Line 10"/>
          <p:cNvSpPr>
            <a:spLocks noChangeShapeType="1"/>
          </p:cNvSpPr>
          <p:nvPr/>
        </p:nvSpPr>
        <p:spPr bwMode="auto">
          <a:xfrm flipH="1">
            <a:off x="2463156" y="3275794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51" name="Line 11"/>
          <p:cNvSpPr>
            <a:spLocks noChangeShapeType="1"/>
          </p:cNvSpPr>
          <p:nvPr/>
        </p:nvSpPr>
        <p:spPr bwMode="auto">
          <a:xfrm flipV="1">
            <a:off x="2539356" y="3275794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5852" name="Text Box 12"/>
          <p:cNvSpPr txBox="1">
            <a:spLocks noChangeArrowheads="1"/>
          </p:cNvSpPr>
          <p:nvPr/>
        </p:nvSpPr>
        <p:spPr bwMode="auto">
          <a:xfrm>
            <a:off x="4352281" y="4971244"/>
            <a:ext cx="3873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35853" name="Text Box 13"/>
          <p:cNvSpPr txBox="1">
            <a:spLocks noChangeArrowheads="1"/>
          </p:cNvSpPr>
          <p:nvPr/>
        </p:nvSpPr>
        <p:spPr bwMode="auto">
          <a:xfrm>
            <a:off x="2158356" y="3961594"/>
            <a:ext cx="38735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35854" name="Text Box 14"/>
          <p:cNvSpPr txBox="1">
            <a:spLocks noChangeArrowheads="1"/>
          </p:cNvSpPr>
          <p:nvPr/>
        </p:nvSpPr>
        <p:spPr bwMode="auto">
          <a:xfrm>
            <a:off x="1456681" y="3371044"/>
            <a:ext cx="477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35855" name="Text Box 15"/>
          <p:cNvSpPr txBox="1">
            <a:spLocks noChangeArrowheads="1"/>
          </p:cNvSpPr>
          <p:nvPr/>
        </p:nvSpPr>
        <p:spPr bwMode="auto">
          <a:xfrm>
            <a:off x="6882756" y="3351994"/>
            <a:ext cx="477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</a:p>
        </p:txBody>
      </p:sp>
      <p:sp>
        <p:nvSpPr>
          <p:cNvPr id="35856" name="Text Box 16"/>
          <p:cNvSpPr txBox="1">
            <a:spLocks noChangeArrowheads="1"/>
          </p:cNvSpPr>
          <p:nvPr/>
        </p:nvSpPr>
        <p:spPr bwMode="auto">
          <a:xfrm>
            <a:off x="4276081" y="2380444"/>
            <a:ext cx="477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35857" name="Text Box 17"/>
          <p:cNvSpPr txBox="1">
            <a:spLocks noChangeArrowheads="1"/>
          </p:cNvSpPr>
          <p:nvPr/>
        </p:nvSpPr>
        <p:spPr bwMode="auto">
          <a:xfrm>
            <a:off x="4276081" y="5580844"/>
            <a:ext cx="477837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Y</a:t>
            </a:r>
          </a:p>
        </p:txBody>
      </p:sp>
      <p:sp>
        <p:nvSpPr>
          <p:cNvPr id="35858" name="Text Box 18"/>
          <p:cNvSpPr txBox="1">
            <a:spLocks noChangeArrowheads="1"/>
          </p:cNvSpPr>
          <p:nvPr/>
        </p:nvSpPr>
        <p:spPr bwMode="auto">
          <a:xfrm>
            <a:off x="1684727" y="1224620"/>
            <a:ext cx="514833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X=(</a:t>
            </a: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400</a:t>
            </a:r>
            <a:r>
              <a:rPr kumimoji="1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-x)/2        Y=(</a:t>
            </a:r>
            <a:r>
              <a:rPr kumimoji="1"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277</a:t>
            </a:r>
            <a:r>
              <a:rPr kumimoji="1" lang="en-US" altLang="zh-CN" sz="3200" dirty="0">
                <a:latin typeface="Times New Roman" panose="02020603050405020304" pitchFamily="18" charset="0"/>
                <a:ea typeface="黑体" panose="02010609060101010101" pitchFamily="49" charset="-122"/>
              </a:rPr>
              <a:t>-y)/2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DF4CB79-4E9A-67F2-3326-B3D65E834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260" y="220433"/>
            <a:ext cx="638748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1"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不带装订边</a:t>
            </a:r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的图面布局</a:t>
            </a:r>
          </a:p>
        </p:txBody>
      </p:sp>
    </p:spTree>
    <p:extLst>
      <p:ext uri="{BB962C8B-B14F-4D97-AF65-F5344CB8AC3E}">
        <p14:creationId xmlns:p14="http://schemas.microsoft.com/office/powerpoint/2010/main" val="2921113755"/>
      </p:ext>
    </p:extLst>
  </p:cSld>
  <p:clrMapOvr>
    <a:masterClrMapping/>
  </p:clrMapOvr>
  <p:transition>
    <p:strips dir="r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Text Box 3"/>
          <p:cNvSpPr txBox="1">
            <a:spLocks noChangeArrowheads="1"/>
          </p:cNvSpPr>
          <p:nvPr/>
        </p:nvSpPr>
        <p:spPr bwMode="auto">
          <a:xfrm>
            <a:off x="1543997" y="368660"/>
            <a:ext cx="56165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练习使用的零件图标题栏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28" y="1448780"/>
            <a:ext cx="8251134" cy="21696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5795" y="3617245"/>
            <a:ext cx="7386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图名：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几何作图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5795" y="4009177"/>
            <a:ext cx="7821127" cy="2049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制图：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本人签名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日期：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8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位数：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20230919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2023 09 19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2023,09,19</a:t>
            </a: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审核：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老师签名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比例：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2:1</a:t>
            </a:r>
          </a:p>
          <a:p>
            <a:pPr>
              <a:lnSpc>
                <a:spcPct val="130000"/>
              </a:lnSpc>
            </a:pP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材料：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空着</a:t>
            </a:r>
          </a:p>
        </p:txBody>
      </p:sp>
    </p:spTree>
    <p:extLst>
      <p:ext uri="{BB962C8B-B14F-4D97-AF65-F5344CB8AC3E}">
        <p14:creationId xmlns:p14="http://schemas.microsoft.com/office/powerpoint/2010/main" val="262695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1" name="Rectangle 3"/>
          <p:cNvSpPr>
            <a:spLocks noGrp="1" noChangeArrowheads="1"/>
          </p:cNvSpPr>
          <p:nvPr>
            <p:ph idx="1"/>
          </p:nvPr>
        </p:nvSpPr>
        <p:spPr>
          <a:xfrm>
            <a:off x="565212" y="1736812"/>
            <a:ext cx="7751204" cy="866763"/>
          </a:xfrm>
        </p:spPr>
        <p:txBody>
          <a:bodyPr/>
          <a:lstStyle/>
          <a:p>
            <a:pPr marL="447675" indent="-447675">
              <a:lnSpc>
                <a:spcPct val="130000"/>
              </a:lnSpc>
              <a:buClr>
                <a:srgbClr val="0000FF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图板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：一般用胶合板制成。其左、右两边为工作边，保持光滑平直</a:t>
            </a:r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87524" y="1169716"/>
            <a:ext cx="3598192" cy="487975"/>
          </a:xfrm>
          <a:noFill/>
        </p:spPr>
        <p:txBody>
          <a:bodyPr/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一、图板和丁字尺</a:t>
            </a:r>
          </a:p>
        </p:txBody>
      </p:sp>
      <p:sp>
        <p:nvSpPr>
          <p:cNvPr id="145412" name="Rectangle 4" descr="栎木"/>
          <p:cNvSpPr>
            <a:spLocks noChangeArrowheads="1"/>
          </p:cNvSpPr>
          <p:nvPr/>
        </p:nvSpPr>
        <p:spPr bwMode="auto">
          <a:xfrm>
            <a:off x="2195513" y="3510049"/>
            <a:ext cx="4381500" cy="2825750"/>
          </a:xfrm>
          <a:prstGeom prst="rect">
            <a:avLst/>
          </a:prstGeom>
          <a:blipFill dpi="0" rotWithShape="0">
            <a:blip r:embed="rId2" cstate="print"/>
            <a:srcRect/>
            <a:tile tx="0" ty="0" sx="100000" sy="100000" flip="none" algn="tl"/>
          </a:blipFill>
          <a:ln w="57150">
            <a:solidFill>
              <a:srgbClr val="66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latin typeface="+mj-ea"/>
              <a:ea typeface="+mj-ea"/>
            </a:endParaRPr>
          </a:p>
        </p:txBody>
      </p:sp>
      <p:sp>
        <p:nvSpPr>
          <p:cNvPr id="145413" name="Rectangle 5"/>
          <p:cNvSpPr>
            <a:spLocks noChangeArrowheads="1"/>
          </p:cNvSpPr>
          <p:nvPr/>
        </p:nvSpPr>
        <p:spPr bwMode="auto">
          <a:xfrm>
            <a:off x="2948967" y="3905480"/>
            <a:ext cx="2970212" cy="19700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latin typeface="+mj-ea"/>
              <a:ea typeface="+mj-ea"/>
            </a:endParaRPr>
          </a:p>
        </p:txBody>
      </p:sp>
      <p:sp>
        <p:nvSpPr>
          <p:cNvPr id="145414" name="Rectangle 6"/>
          <p:cNvSpPr>
            <a:spLocks noChangeArrowheads="1"/>
          </p:cNvSpPr>
          <p:nvPr/>
        </p:nvSpPr>
        <p:spPr bwMode="auto">
          <a:xfrm>
            <a:off x="565212" y="2715655"/>
            <a:ext cx="5586786" cy="4654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47675" indent="-447675">
              <a:lnSpc>
                <a:spcPct val="110000"/>
              </a:lnSpc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图纸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：用胶带、绘图钉固定在图板上</a:t>
            </a:r>
          </a:p>
        </p:txBody>
      </p:sp>
      <p:sp>
        <p:nvSpPr>
          <p:cNvPr id="145419" name="Text Box 11"/>
          <p:cNvSpPr txBox="1">
            <a:spLocks noChangeArrowheads="1"/>
          </p:cNvSpPr>
          <p:nvPr/>
        </p:nvSpPr>
        <p:spPr bwMode="auto">
          <a:xfrm>
            <a:off x="684213" y="4259981"/>
            <a:ext cx="1163637" cy="457200"/>
          </a:xfrm>
          <a:prstGeom prst="rect">
            <a:avLst/>
          </a:prstGeom>
          <a:noFill/>
          <a:ln w="25400">
            <a:solidFill>
              <a:srgbClr val="9900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工作边</a:t>
            </a:r>
          </a:p>
        </p:txBody>
      </p:sp>
      <p:sp>
        <p:nvSpPr>
          <p:cNvPr id="145420" name="Line 12"/>
          <p:cNvSpPr>
            <a:spLocks noChangeShapeType="1"/>
          </p:cNvSpPr>
          <p:nvPr/>
        </p:nvSpPr>
        <p:spPr bwMode="auto">
          <a:xfrm>
            <a:off x="1259632" y="4717181"/>
            <a:ext cx="935881" cy="523219"/>
          </a:xfrm>
          <a:prstGeom prst="line">
            <a:avLst/>
          </a:prstGeom>
          <a:noFill/>
          <a:ln w="28575">
            <a:solidFill>
              <a:srgbClr val="9900FF"/>
            </a:solidFill>
            <a:miter lim="800000"/>
            <a:headEnd/>
            <a:tailEnd type="triangle" w="sm" len="lg"/>
          </a:ln>
        </p:spPr>
        <p:txBody>
          <a:bodyPr wrap="none"/>
          <a:lstStyle/>
          <a:p>
            <a:endParaRPr lang="zh-CN" altLang="en-US">
              <a:latin typeface="+mj-ea"/>
              <a:ea typeface="+mj-ea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2015716" y="272450"/>
            <a:ext cx="41767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绘图工具及其使用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849F682-A748-1F74-7456-8E0FD6671F88}"/>
              </a:ext>
            </a:extLst>
          </p:cNvPr>
          <p:cNvGrpSpPr/>
          <p:nvPr/>
        </p:nvGrpSpPr>
        <p:grpSpPr>
          <a:xfrm>
            <a:off x="5838395" y="3719295"/>
            <a:ext cx="68253" cy="2344943"/>
            <a:chOff x="5838395" y="3719295"/>
            <a:chExt cx="68253" cy="2344943"/>
          </a:xfrm>
        </p:grpSpPr>
        <p:sp>
          <p:nvSpPr>
            <p:cNvPr id="2" name="Rectangle 7">
              <a:extLst>
                <a:ext uri="{FF2B5EF4-FFF2-40B4-BE49-F238E27FC236}">
                  <a16:creationId xmlns:a16="http://schemas.microsoft.com/office/drawing/2014/main" id="{2C88E722-8303-5E9E-02C2-0F10317413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161817">
              <a:off x="5838395" y="3719295"/>
              <a:ext cx="65088" cy="508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+mj-ea"/>
                <a:cs typeface="Times New Roman" pitchFamily="18" charset="0"/>
              </a:endParaRPr>
            </a:p>
          </p:txBody>
        </p:sp>
        <p:sp>
          <p:nvSpPr>
            <p:cNvPr id="4" name="Rectangle 7">
              <a:extLst>
                <a:ext uri="{FF2B5EF4-FFF2-40B4-BE49-F238E27FC236}">
                  <a16:creationId xmlns:a16="http://schemas.microsoft.com/office/drawing/2014/main" id="{C986D7CF-4774-81A1-426A-4CB0EB7BA1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654739">
              <a:off x="5841560" y="5556238"/>
              <a:ext cx="65088" cy="508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+mj-ea"/>
                <a:cs typeface="Times New Roman" pitchFamily="18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CCEC48-96D3-4E0E-8C0F-0A9E2EC4E28C}"/>
              </a:ext>
            </a:extLst>
          </p:cNvPr>
          <p:cNvGrpSpPr/>
          <p:nvPr/>
        </p:nvGrpSpPr>
        <p:grpSpPr>
          <a:xfrm>
            <a:off x="2963359" y="3721630"/>
            <a:ext cx="65173" cy="2342913"/>
            <a:chOff x="2963359" y="3721630"/>
            <a:chExt cx="65173" cy="2342913"/>
          </a:xfrm>
        </p:grpSpPr>
        <p:sp>
          <p:nvSpPr>
            <p:cNvPr id="3" name="Rectangle 7">
              <a:extLst>
                <a:ext uri="{FF2B5EF4-FFF2-40B4-BE49-F238E27FC236}">
                  <a16:creationId xmlns:a16="http://schemas.microsoft.com/office/drawing/2014/main" id="{C7E19929-3C3E-4031-8AD5-3FB58FA844C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640050">
              <a:off x="2963444" y="3721630"/>
              <a:ext cx="65088" cy="508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+mj-ea"/>
                <a:cs typeface="Times New Roman" pitchFamily="18" charset="0"/>
              </a:endParaRPr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CCA0F015-E6E2-8ACF-6A52-19DB288265B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8161817">
              <a:off x="2963359" y="5556543"/>
              <a:ext cx="65088" cy="508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+mj-ea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670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5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5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5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 autoUpdateAnimBg="0"/>
      <p:bldP spid="145412" grpId="0" animBg="1"/>
      <p:bldP spid="145413" grpId="0" animBg="1"/>
      <p:bldP spid="145414" grpId="0" autoUpdateAnimBg="0"/>
      <p:bldP spid="145419" grpId="0" animBg="1" autoUpdateAnimBg="0"/>
      <p:bldP spid="1454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>
            <a:extLst>
              <a:ext uri="{FF2B5EF4-FFF2-40B4-BE49-F238E27FC236}">
                <a16:creationId xmlns:a16="http://schemas.microsoft.com/office/drawing/2014/main" id="{FADB1537-0E8D-3E87-2B45-7713ACCFCA73}"/>
              </a:ext>
            </a:extLst>
          </p:cNvPr>
          <p:cNvGrpSpPr/>
          <p:nvPr/>
        </p:nvGrpSpPr>
        <p:grpSpPr>
          <a:xfrm>
            <a:off x="2195513" y="3510049"/>
            <a:ext cx="4381500" cy="2825750"/>
            <a:chOff x="2195513" y="3510049"/>
            <a:chExt cx="4381500" cy="2825750"/>
          </a:xfrm>
        </p:grpSpPr>
        <p:sp>
          <p:nvSpPr>
            <p:cNvPr id="23" name="Rectangle 4" descr="栎木">
              <a:extLst>
                <a:ext uri="{FF2B5EF4-FFF2-40B4-BE49-F238E27FC236}">
                  <a16:creationId xmlns:a16="http://schemas.microsoft.com/office/drawing/2014/main" id="{2F77DFCE-FCBF-501F-81FE-C79609708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513" y="3510049"/>
              <a:ext cx="4381500" cy="2825750"/>
            </a:xfrm>
            <a:prstGeom prst="rect">
              <a:avLst/>
            </a:prstGeom>
            <a:blipFill dpi="0" rotWithShape="0">
              <a:blip r:embed="rId2" cstate="print"/>
              <a:srcRect/>
              <a:tile tx="0" ty="0" sx="100000" sy="100000" flip="none" algn="tl"/>
            </a:blipFill>
            <a:ln w="57150">
              <a:solidFill>
                <a:srgbClr val="66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24" name="Rectangle 5">
              <a:extLst>
                <a:ext uri="{FF2B5EF4-FFF2-40B4-BE49-F238E27FC236}">
                  <a16:creationId xmlns:a16="http://schemas.microsoft.com/office/drawing/2014/main" id="{9C570AC4-ED11-1F14-221C-D10D71D4C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967" y="3905480"/>
              <a:ext cx="2970212" cy="1970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latin typeface="+mj-ea"/>
                <a:ea typeface="+mj-ea"/>
              </a:endParaRPr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EE50B9B4-ECCA-B5F5-FA9F-85C4C98C1EDB}"/>
                </a:ext>
              </a:extLst>
            </p:cNvPr>
            <p:cNvGrpSpPr/>
            <p:nvPr/>
          </p:nvGrpSpPr>
          <p:grpSpPr>
            <a:xfrm>
              <a:off x="5838395" y="3719295"/>
              <a:ext cx="68253" cy="2344943"/>
              <a:chOff x="5838395" y="3719295"/>
              <a:chExt cx="68253" cy="2344943"/>
            </a:xfrm>
          </p:grpSpPr>
          <p:sp>
            <p:nvSpPr>
              <p:cNvPr id="26" name="Rectangle 7">
                <a:extLst>
                  <a:ext uri="{FF2B5EF4-FFF2-40B4-BE49-F238E27FC236}">
                    <a16:creationId xmlns:a16="http://schemas.microsoft.com/office/drawing/2014/main" id="{75542700-E114-70CB-CEB7-6940100EAF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161817">
                <a:off x="5838395" y="3719295"/>
                <a:ext cx="65088" cy="508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+mj-ea"/>
                  <a:cs typeface="Times New Roman" pitchFamily="18" charset="0"/>
                </a:endParaRPr>
              </a:p>
            </p:txBody>
          </p:sp>
          <p:sp>
            <p:nvSpPr>
              <p:cNvPr id="27" name="Rectangle 7">
                <a:extLst>
                  <a:ext uri="{FF2B5EF4-FFF2-40B4-BE49-F238E27FC236}">
                    <a16:creationId xmlns:a16="http://schemas.microsoft.com/office/drawing/2014/main" id="{6A26C16D-BCFA-58D0-3C5C-57C2ABCA92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654739">
                <a:off x="5841560" y="5556238"/>
                <a:ext cx="65088" cy="508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+mj-ea"/>
                  <a:cs typeface="Times New Roman" pitchFamily="18" charset="0"/>
                </a:endParaRP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40FB055D-EFC4-AF66-5391-600D9DF50DD6}"/>
                </a:ext>
              </a:extLst>
            </p:cNvPr>
            <p:cNvGrpSpPr/>
            <p:nvPr/>
          </p:nvGrpSpPr>
          <p:grpSpPr>
            <a:xfrm>
              <a:off x="2963359" y="3721630"/>
              <a:ext cx="65173" cy="2342913"/>
              <a:chOff x="2963359" y="3721630"/>
              <a:chExt cx="65173" cy="2342913"/>
            </a:xfrm>
          </p:grpSpPr>
          <p:sp>
            <p:nvSpPr>
              <p:cNvPr id="29" name="Rectangle 7">
                <a:extLst>
                  <a:ext uri="{FF2B5EF4-FFF2-40B4-BE49-F238E27FC236}">
                    <a16:creationId xmlns:a16="http://schemas.microsoft.com/office/drawing/2014/main" id="{ECB7190C-D0CC-8EAF-49E1-582824183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640050">
                <a:off x="2963444" y="3721630"/>
                <a:ext cx="65088" cy="508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+mj-ea"/>
                  <a:cs typeface="Times New Roman" pitchFamily="18" charset="0"/>
                </a:endParaRPr>
              </a:p>
            </p:txBody>
          </p:sp>
          <p:sp>
            <p:nvSpPr>
              <p:cNvPr id="30" name="Rectangle 7">
                <a:extLst>
                  <a:ext uri="{FF2B5EF4-FFF2-40B4-BE49-F238E27FC236}">
                    <a16:creationId xmlns:a16="http://schemas.microsoft.com/office/drawing/2014/main" id="{D4409ED1-DC3F-AD4F-66D7-4790B7F19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161817">
                <a:off x="2963359" y="5556543"/>
                <a:ext cx="65088" cy="508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+mj-ea"/>
                  <a:cs typeface="Times New Roman" pitchFamily="18" charset="0"/>
                </a:endParaRPr>
              </a:p>
            </p:txBody>
          </p:sp>
        </p:grp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534EE13-016C-EBA2-36B3-2762088887DD}"/>
              </a:ext>
            </a:extLst>
          </p:cNvPr>
          <p:cNvGrpSpPr/>
          <p:nvPr/>
        </p:nvGrpSpPr>
        <p:grpSpPr>
          <a:xfrm>
            <a:off x="744068" y="3554450"/>
            <a:ext cx="1451444" cy="955267"/>
            <a:chOff x="744068" y="3521261"/>
            <a:chExt cx="1451444" cy="955267"/>
          </a:xfrm>
        </p:grpSpPr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EE1F6BE0-457A-EF73-5416-0BA36EE62B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068" y="3521261"/>
              <a:ext cx="1163636" cy="461665"/>
            </a:xfrm>
            <a:prstGeom prst="rect">
              <a:avLst/>
            </a:prstGeom>
            <a:noFill/>
            <a:ln w="25400">
              <a:solidFill>
                <a:srgbClr val="9900FF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工作边</a:t>
              </a:r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38D2F87C-E53D-9857-F464-7CCB38B54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1640" y="3982926"/>
              <a:ext cx="863872" cy="493602"/>
            </a:xfrm>
            <a:prstGeom prst="line">
              <a:avLst/>
            </a:prstGeom>
            <a:noFill/>
            <a:ln w="28575">
              <a:solidFill>
                <a:srgbClr val="9900FF"/>
              </a:solidFill>
              <a:miter lim="800000"/>
              <a:headEnd/>
              <a:tailEnd type="triangle" w="sm" len="lg"/>
            </a:ln>
          </p:spPr>
          <p:txBody>
            <a:bodyPr wrap="none"/>
            <a:lstStyle/>
            <a:p>
              <a:endParaRPr lang="zh-CN" altLang="en-US">
                <a:latin typeface="+mj-ea"/>
                <a:ea typeface="+mj-ea"/>
              </a:endParaRP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843633" y="2132856"/>
            <a:ext cx="4581525" cy="1317625"/>
            <a:chOff x="1376" y="2798"/>
            <a:chExt cx="2886" cy="830"/>
          </a:xfrm>
        </p:grpSpPr>
        <p:sp>
          <p:nvSpPr>
            <p:cNvPr id="37900" name="Rectangle 11"/>
            <p:cNvSpPr>
              <a:spLocks noChangeArrowheads="1"/>
            </p:cNvSpPr>
            <p:nvPr/>
          </p:nvSpPr>
          <p:spPr bwMode="auto">
            <a:xfrm>
              <a:off x="1376" y="2798"/>
              <a:ext cx="202" cy="83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+mj-ea"/>
                <a:cs typeface="Times New Roman" pitchFamily="18" charset="0"/>
              </a:endParaRPr>
            </a:p>
          </p:txBody>
        </p:sp>
        <p:sp>
          <p:nvSpPr>
            <p:cNvPr id="37901" name="Rectangle 12"/>
            <p:cNvSpPr>
              <a:spLocks noChangeArrowheads="1"/>
            </p:cNvSpPr>
            <p:nvPr/>
          </p:nvSpPr>
          <p:spPr bwMode="auto">
            <a:xfrm>
              <a:off x="1577" y="3119"/>
              <a:ext cx="2685" cy="19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+mj-ea"/>
                <a:cs typeface="Times New Roman" pitchFamily="18" charset="0"/>
              </a:endParaRP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1845221" y="4613089"/>
            <a:ext cx="4581525" cy="1317625"/>
            <a:chOff x="1376" y="2798"/>
            <a:chExt cx="2886" cy="830"/>
          </a:xfrm>
        </p:grpSpPr>
        <p:sp>
          <p:nvSpPr>
            <p:cNvPr id="37898" name="Rectangle 14"/>
            <p:cNvSpPr>
              <a:spLocks noChangeArrowheads="1"/>
            </p:cNvSpPr>
            <p:nvPr/>
          </p:nvSpPr>
          <p:spPr bwMode="auto">
            <a:xfrm>
              <a:off x="1376" y="2798"/>
              <a:ext cx="202" cy="830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+mj-ea"/>
                <a:cs typeface="Times New Roman" pitchFamily="18" charset="0"/>
              </a:endParaRPr>
            </a:p>
          </p:txBody>
        </p:sp>
        <p:sp>
          <p:nvSpPr>
            <p:cNvPr id="37899" name="Rectangle 15"/>
            <p:cNvSpPr>
              <a:spLocks noChangeArrowheads="1"/>
            </p:cNvSpPr>
            <p:nvPr/>
          </p:nvSpPr>
          <p:spPr bwMode="auto">
            <a:xfrm>
              <a:off x="1577" y="3119"/>
              <a:ext cx="2685" cy="194"/>
            </a:xfrm>
            <a:prstGeom prst="rect">
              <a:avLst/>
            </a:prstGeom>
            <a:solidFill>
              <a:srgbClr val="B2B2B2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ea typeface="+mj-ea"/>
                <a:cs typeface="Times New Roman" pitchFamily="18" charset="0"/>
              </a:endParaRPr>
            </a:p>
          </p:txBody>
        </p:sp>
      </p:grpSp>
      <p:sp>
        <p:nvSpPr>
          <p:cNvPr id="146450" name="Text Box 18"/>
          <p:cNvSpPr txBox="1">
            <a:spLocks noChangeArrowheads="1"/>
          </p:cNvSpPr>
          <p:nvPr/>
        </p:nvSpPr>
        <p:spPr bwMode="auto">
          <a:xfrm>
            <a:off x="2948967" y="2096852"/>
            <a:ext cx="1163638" cy="457200"/>
          </a:xfrm>
          <a:prstGeom prst="rect">
            <a:avLst/>
          </a:prstGeom>
          <a:noFill/>
          <a:ln w="25400">
            <a:solidFill>
              <a:srgbClr val="9900FF"/>
            </a:solidFill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kumimoji="1" lang="zh-CN" altLang="en-US" sz="24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itchFamily="18" charset="0"/>
              </a:rPr>
              <a:t>工作边</a:t>
            </a:r>
          </a:p>
        </p:txBody>
      </p:sp>
      <p:sp>
        <p:nvSpPr>
          <p:cNvPr id="146451" name="Line 19"/>
          <p:cNvSpPr>
            <a:spLocks noChangeShapeType="1"/>
          </p:cNvSpPr>
          <p:nvPr/>
        </p:nvSpPr>
        <p:spPr bwMode="auto">
          <a:xfrm flipH="1">
            <a:off x="2159731" y="2353882"/>
            <a:ext cx="789235" cy="168440"/>
          </a:xfrm>
          <a:prstGeom prst="line">
            <a:avLst/>
          </a:prstGeom>
          <a:noFill/>
          <a:ln w="28575">
            <a:solidFill>
              <a:srgbClr val="9900FF"/>
            </a:solidFill>
            <a:miter lim="800000"/>
            <a:headEnd/>
            <a:tailEnd type="triangle" w="sm" len="lg"/>
          </a:ln>
        </p:spPr>
        <p:txBody>
          <a:bodyPr wrap="none"/>
          <a:lstStyle/>
          <a:p>
            <a:endParaRPr lang="zh-CN" altLang="en-US">
              <a:ea typeface="+mj-ea"/>
              <a:cs typeface="Times New Roman" pitchFamily="18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85F76820-A931-D278-FCFD-28A6EBAE24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" y="1628800"/>
            <a:ext cx="7751204" cy="487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>
              <a:lnSpc>
                <a:spcPct val="110000"/>
              </a:lnSpc>
              <a:buClr>
                <a:srgbClr val="0000FF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丁字尺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：尺头和尺身成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90°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紧固。工作边要平直 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10F5AC20-45CC-1916-503B-27226CF12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524" y="1169716"/>
            <a:ext cx="3598192" cy="487975"/>
          </a:xfrm>
          <a:noFill/>
        </p:spPr>
        <p:txBody>
          <a:bodyPr/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一、图板和丁字尺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C4433B3-9169-F68D-A977-2D126532B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272450"/>
            <a:ext cx="41767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绘图工具及其使用</a:t>
            </a:r>
          </a:p>
        </p:txBody>
      </p:sp>
    </p:spTree>
    <p:extLst>
      <p:ext uri="{BB962C8B-B14F-4D97-AF65-F5344CB8AC3E}">
        <p14:creationId xmlns:p14="http://schemas.microsoft.com/office/powerpoint/2010/main" val="3168000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46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46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6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46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50" grpId="0" animBg="1" autoUpdateAnimBg="0"/>
      <p:bldP spid="146450" grpId="1" animBg="1"/>
      <p:bldP spid="146451" grpId="0" animBg="1"/>
      <p:bldP spid="146451" grpId="1" animBg="1"/>
      <p:bldP spid="10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idx="1"/>
          </p:nvPr>
        </p:nvSpPr>
        <p:spPr>
          <a:xfrm>
            <a:off x="565212" y="1736812"/>
            <a:ext cx="8363272" cy="168905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47675" indent="-447675">
              <a:lnSpc>
                <a:spcPct val="110000"/>
              </a:lnSpc>
              <a:buClr>
                <a:srgbClr val="0000FF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丁字尺：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使用时，左手大拇指轻压尺身，其余四指扶住尺头稍向右按，使尺头紧靠图板左边丁字尺主要用于画水平线。画线时，左手压住尺身，铅笔尖沿尺身的工作边自左向右移动</a:t>
            </a:r>
          </a:p>
        </p:txBody>
      </p:sp>
      <p:graphicFrame>
        <p:nvGraphicFramePr>
          <p:cNvPr id="1026" name="Object 3"/>
          <p:cNvGraphicFramePr>
            <a:graphicFrameLocks noChangeAspect="1"/>
          </p:cNvGraphicFramePr>
          <p:nvPr/>
        </p:nvGraphicFramePr>
        <p:xfrm>
          <a:off x="791517" y="3609020"/>
          <a:ext cx="7704138" cy="252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4563112" imgH="1495634" progId="PBrush">
                  <p:embed/>
                </p:oleObj>
              </mc:Choice>
              <mc:Fallback>
                <p:oleObj name="位图图像" r:id="rId2" imgW="4563112" imgH="1495634" progId="PBrush">
                  <p:embed/>
                  <p:pic>
                    <p:nvPicPr>
                      <p:cNvPr id="10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17" y="3609020"/>
                        <a:ext cx="7704138" cy="2525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5FB184B-A36D-5763-51CD-389547737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524" y="1169716"/>
            <a:ext cx="3598192" cy="487975"/>
          </a:xfrm>
          <a:noFill/>
        </p:spPr>
        <p:txBody>
          <a:bodyPr/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一、图板和丁字尺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ADC62BA-5C87-48CD-F08C-648DE0E24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272450"/>
            <a:ext cx="41767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绘图工具及其使用</a:t>
            </a:r>
          </a:p>
        </p:txBody>
      </p:sp>
    </p:spTree>
    <p:extLst>
      <p:ext uri="{BB962C8B-B14F-4D97-AF65-F5344CB8AC3E}">
        <p14:creationId xmlns:p14="http://schemas.microsoft.com/office/powerpoint/2010/main" val="2569896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7C56E82-8589-6571-D459-2E68FB5620F6}"/>
              </a:ext>
            </a:extLst>
          </p:cNvPr>
          <p:cNvGrpSpPr/>
          <p:nvPr/>
        </p:nvGrpSpPr>
        <p:grpSpPr>
          <a:xfrm>
            <a:off x="2195513" y="3501008"/>
            <a:ext cx="4381500" cy="2825750"/>
            <a:chOff x="2195513" y="3467819"/>
            <a:chExt cx="4381500" cy="2825750"/>
          </a:xfrm>
        </p:grpSpPr>
        <p:sp>
          <p:nvSpPr>
            <p:cNvPr id="3" name="Rectangle 4" descr="栎木">
              <a:extLst>
                <a:ext uri="{FF2B5EF4-FFF2-40B4-BE49-F238E27FC236}">
                  <a16:creationId xmlns:a16="http://schemas.microsoft.com/office/drawing/2014/main" id="{50138632-8119-B50C-2239-E38FF1E91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513" y="3467819"/>
              <a:ext cx="4381500" cy="2825750"/>
            </a:xfrm>
            <a:prstGeom prst="rect">
              <a:avLst/>
            </a:prstGeom>
            <a:blipFill dpi="0" rotWithShape="0">
              <a:blip r:embed="rId4" cstate="print"/>
              <a:srcRect/>
              <a:tile tx="0" ty="0" sx="100000" sy="100000" flip="none" algn="tl"/>
            </a:blipFill>
            <a:ln w="57150">
              <a:solidFill>
                <a:srgbClr val="6633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latin typeface="+mj-ea"/>
                <a:ea typeface="+mj-ea"/>
              </a:endParaRPr>
            </a:p>
          </p:txBody>
        </p:sp>
        <p:sp>
          <p:nvSpPr>
            <p:cNvPr id="4" name="Rectangle 5">
              <a:extLst>
                <a:ext uri="{FF2B5EF4-FFF2-40B4-BE49-F238E27FC236}">
                  <a16:creationId xmlns:a16="http://schemas.microsoft.com/office/drawing/2014/main" id="{B2D84DEA-6DF3-F5C8-4D41-696865FC7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8967" y="3905480"/>
              <a:ext cx="2970212" cy="19700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>
                <a:latin typeface="+mj-ea"/>
                <a:ea typeface="+mj-e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15D35EB8-4788-04ED-E26A-90694DB26B3C}"/>
                </a:ext>
              </a:extLst>
            </p:cNvPr>
            <p:cNvGrpSpPr/>
            <p:nvPr/>
          </p:nvGrpSpPr>
          <p:grpSpPr>
            <a:xfrm>
              <a:off x="2963359" y="3719295"/>
              <a:ext cx="2943289" cy="2345248"/>
              <a:chOff x="2963359" y="3719295"/>
              <a:chExt cx="2943289" cy="234524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8D9351B-4DBA-5FAD-0606-8641A8AD9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161817">
                <a:off x="5838395" y="3719295"/>
                <a:ext cx="65088" cy="508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+mj-ea"/>
                  <a:cs typeface="Times New Roman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ADCB80D0-E626-6793-D34E-D852BE5BEB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640050">
                <a:off x="2963444" y="3721630"/>
                <a:ext cx="65088" cy="508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+mj-ea"/>
                  <a:cs typeface="Times New Roman" pitchFamily="18" charset="0"/>
                </a:endParaRPr>
              </a:p>
            </p:txBody>
          </p:sp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8E1A8713-0E6A-73EE-60D7-B4D2B5C4A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654739">
                <a:off x="5841560" y="5556238"/>
                <a:ext cx="65088" cy="508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+mj-ea"/>
                  <a:cs typeface="Times New Roman" pitchFamily="18" charset="0"/>
                </a:endParaRPr>
              </a:p>
            </p:txBody>
          </p:sp>
          <p:sp>
            <p:nvSpPr>
              <p:cNvPr id="11" name="Rectangle 7">
                <a:extLst>
                  <a:ext uri="{FF2B5EF4-FFF2-40B4-BE49-F238E27FC236}">
                    <a16:creationId xmlns:a16="http://schemas.microsoft.com/office/drawing/2014/main" id="{582F8A13-2446-A025-EE13-7FC1CB18F8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161817">
                <a:off x="2963359" y="5556543"/>
                <a:ext cx="65088" cy="50800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>
                  <a:ea typeface="+mj-ea"/>
                  <a:cs typeface="Times New Roman" pitchFamily="18" charset="0"/>
                </a:endParaRPr>
              </a:p>
            </p:txBody>
          </p:sp>
        </p:grpSp>
      </p:grp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565212" y="1752291"/>
            <a:ext cx="5302932" cy="1352673"/>
          </a:xfrm>
        </p:spPr>
        <p:txBody>
          <a:bodyPr/>
          <a:lstStyle/>
          <a:p>
            <a:pPr marL="447675" indent="-447675">
              <a:buClr>
                <a:srgbClr val="0000FF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配合丁字尺画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zh-CN" sz="2200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1.  </a:t>
            </a:r>
            <a:r>
              <a:rPr lang="zh-CN" altLang="en-US" sz="2200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竖直线</a:t>
            </a:r>
          </a:p>
        </p:txBody>
      </p:sp>
      <p:grpSp>
        <p:nvGrpSpPr>
          <p:cNvPr id="38918" name="Group 10"/>
          <p:cNvGrpSpPr>
            <a:grpSpLocks/>
          </p:cNvGrpSpPr>
          <p:nvPr/>
        </p:nvGrpSpPr>
        <p:grpSpPr bwMode="auto">
          <a:xfrm>
            <a:off x="1845221" y="3459163"/>
            <a:ext cx="4581525" cy="2139950"/>
            <a:chOff x="1767" y="2468"/>
            <a:chExt cx="2886" cy="1348"/>
          </a:xfrm>
        </p:grpSpPr>
        <p:grpSp>
          <p:nvGrpSpPr>
            <p:cNvPr id="38920" name="Group 18"/>
            <p:cNvGrpSpPr>
              <a:grpSpLocks/>
            </p:cNvGrpSpPr>
            <p:nvPr/>
          </p:nvGrpSpPr>
          <p:grpSpPr bwMode="auto">
            <a:xfrm>
              <a:off x="1767" y="2986"/>
              <a:ext cx="2886" cy="830"/>
              <a:chOff x="1376" y="2798"/>
              <a:chExt cx="2886" cy="830"/>
            </a:xfrm>
          </p:grpSpPr>
          <p:sp>
            <p:nvSpPr>
              <p:cNvPr id="38927" name="Rectangle 19"/>
              <p:cNvSpPr>
                <a:spLocks noChangeArrowheads="1"/>
              </p:cNvSpPr>
              <p:nvPr/>
            </p:nvSpPr>
            <p:spPr bwMode="auto">
              <a:xfrm>
                <a:off x="1376" y="2798"/>
                <a:ext cx="202" cy="830"/>
              </a:xfrm>
              <a:prstGeom prst="rect">
                <a:avLst/>
              </a:prstGeom>
              <a:solidFill>
                <a:srgbClr val="B2B2B2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38928" name="Rectangle 20"/>
              <p:cNvSpPr>
                <a:spLocks noChangeArrowheads="1"/>
              </p:cNvSpPr>
              <p:nvPr/>
            </p:nvSpPr>
            <p:spPr bwMode="auto">
              <a:xfrm>
                <a:off x="1577" y="3119"/>
                <a:ext cx="2685" cy="194"/>
              </a:xfrm>
              <a:prstGeom prst="rect">
                <a:avLst/>
              </a:prstGeom>
              <a:solidFill>
                <a:srgbClr val="B2B2B2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38921" name="Group 21"/>
            <p:cNvGrpSpPr>
              <a:grpSpLocks/>
            </p:cNvGrpSpPr>
            <p:nvPr/>
          </p:nvGrpSpPr>
          <p:grpSpPr bwMode="auto">
            <a:xfrm flipH="1">
              <a:off x="2681" y="2468"/>
              <a:ext cx="421" cy="840"/>
              <a:chOff x="4032" y="2520"/>
              <a:chExt cx="1008" cy="1632"/>
            </a:xfrm>
          </p:grpSpPr>
          <p:sp>
            <p:nvSpPr>
              <p:cNvPr id="38925" name="AutoShape 22"/>
              <p:cNvSpPr>
                <a:spLocks noChangeArrowheads="1"/>
              </p:cNvSpPr>
              <p:nvPr/>
            </p:nvSpPr>
            <p:spPr bwMode="auto">
              <a:xfrm>
                <a:off x="4032" y="2520"/>
                <a:ext cx="1008" cy="1632"/>
              </a:xfrm>
              <a:prstGeom prst="rtTriangl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  <p:sp>
            <p:nvSpPr>
              <p:cNvPr id="38926" name="AutoShape 23"/>
              <p:cNvSpPr>
                <a:spLocks noChangeArrowheads="1"/>
              </p:cNvSpPr>
              <p:nvPr/>
            </p:nvSpPr>
            <p:spPr bwMode="auto">
              <a:xfrm>
                <a:off x="4224" y="3168"/>
                <a:ext cx="528" cy="816"/>
              </a:xfrm>
              <a:prstGeom prst="rtTriangl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38922" name="Line 24"/>
            <p:cNvSpPr>
              <a:spLocks noChangeShapeType="1"/>
            </p:cNvSpPr>
            <p:nvPr/>
          </p:nvSpPr>
          <p:spPr bwMode="auto">
            <a:xfrm>
              <a:off x="3838" y="2798"/>
              <a:ext cx="0" cy="50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23" name="Line 25"/>
            <p:cNvSpPr>
              <a:spLocks noChangeShapeType="1"/>
            </p:cNvSpPr>
            <p:nvPr/>
          </p:nvSpPr>
          <p:spPr bwMode="auto">
            <a:xfrm>
              <a:off x="3514" y="2803"/>
              <a:ext cx="0" cy="50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8924" name="Line 26"/>
            <p:cNvSpPr>
              <a:spLocks noChangeShapeType="1"/>
            </p:cNvSpPr>
            <p:nvPr/>
          </p:nvSpPr>
          <p:spPr bwMode="auto">
            <a:xfrm>
              <a:off x="3129" y="2796"/>
              <a:ext cx="0" cy="50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15" name="Rectangle 2">
            <a:extLst>
              <a:ext uri="{FF2B5EF4-FFF2-40B4-BE49-F238E27FC236}">
                <a16:creationId xmlns:a16="http://schemas.microsoft.com/office/drawing/2014/main" id="{23A13291-F88B-3222-CF4D-06478DF3D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24" y="1169716"/>
            <a:ext cx="3598192" cy="48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二、三角板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215496ED-8591-F4A2-35C1-936415F6A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272450"/>
            <a:ext cx="41767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绘图工具及其使用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FCBB16F6-CAEB-0A10-F3E8-81FF7E519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123" y="4452316"/>
            <a:ext cx="2364258" cy="8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Tx/>
              <a:buNone/>
            </a:pP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三角板要保持板边的平直、光滑</a:t>
            </a:r>
          </a:p>
        </p:txBody>
      </p:sp>
      <p:pic>
        <p:nvPicPr>
          <p:cNvPr id="5" name="丁字尺">
            <a:hlinkClick r:id="" action="ppaction://media"/>
            <a:extLst>
              <a:ext uri="{FF2B5EF4-FFF2-40B4-BE49-F238E27FC236}">
                <a16:creationId xmlns:a16="http://schemas.microsoft.com/office/drawing/2014/main" id="{4127D959-EA7B-2F3D-97DD-9744937C98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286195" y="3198858"/>
            <a:ext cx="5473526" cy="3557792"/>
          </a:xfrm>
          <a:prstGeom prst="rect">
            <a:avLst/>
          </a:prstGeom>
        </p:spPr>
      </p:pic>
      <p:grpSp>
        <p:nvGrpSpPr>
          <p:cNvPr id="6" name="Group 4">
            <a:extLst>
              <a:ext uri="{FF2B5EF4-FFF2-40B4-BE49-F238E27FC236}">
                <a16:creationId xmlns:a16="http://schemas.microsoft.com/office/drawing/2014/main" id="{12C98E50-ED4B-C193-3AE4-8F547BDF7E35}"/>
              </a:ext>
            </a:extLst>
          </p:cNvPr>
          <p:cNvGrpSpPr>
            <a:grpSpLocks/>
          </p:cNvGrpSpPr>
          <p:nvPr/>
        </p:nvGrpSpPr>
        <p:grpSpPr bwMode="auto">
          <a:xfrm>
            <a:off x="6519539" y="1078348"/>
            <a:ext cx="1268413" cy="2020888"/>
            <a:chOff x="4032" y="2496"/>
            <a:chExt cx="1008" cy="1632"/>
          </a:xfrm>
        </p:grpSpPr>
        <p:sp>
          <p:nvSpPr>
            <p:cNvPr id="12" name="AutoShape 5">
              <a:extLst>
                <a:ext uri="{FF2B5EF4-FFF2-40B4-BE49-F238E27FC236}">
                  <a16:creationId xmlns:a16="http://schemas.microsoft.com/office/drawing/2014/main" id="{B5C7ECB8-256F-CF47-0CC3-57D0E4EF7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496"/>
              <a:ext cx="1008" cy="1632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3" name="AutoShape 6">
              <a:extLst>
                <a:ext uri="{FF2B5EF4-FFF2-40B4-BE49-F238E27FC236}">
                  <a16:creationId xmlns:a16="http://schemas.microsoft.com/office/drawing/2014/main" id="{519FE6AF-E1E6-CF69-81C6-C6817130A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168"/>
              <a:ext cx="528" cy="816"/>
            </a:xfrm>
            <a:prstGeom prst="rtTriangl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grpSp>
        <p:nvGrpSpPr>
          <p:cNvPr id="14" name="Group 7">
            <a:extLst>
              <a:ext uri="{FF2B5EF4-FFF2-40B4-BE49-F238E27FC236}">
                <a16:creationId xmlns:a16="http://schemas.microsoft.com/office/drawing/2014/main" id="{85E11D0D-3892-5700-FCE9-7528753BB64B}"/>
              </a:ext>
            </a:extLst>
          </p:cNvPr>
          <p:cNvGrpSpPr>
            <a:grpSpLocks/>
          </p:cNvGrpSpPr>
          <p:nvPr/>
        </p:nvGrpSpPr>
        <p:grpSpPr bwMode="auto">
          <a:xfrm rot="-9891541">
            <a:off x="7315508" y="1399030"/>
            <a:ext cx="1406525" cy="1425575"/>
            <a:chOff x="1632" y="2928"/>
            <a:chExt cx="1056" cy="1056"/>
          </a:xfrm>
        </p:grpSpPr>
        <p:sp>
          <p:nvSpPr>
            <p:cNvPr id="17" name="AutoShape 8">
              <a:extLst>
                <a:ext uri="{FF2B5EF4-FFF2-40B4-BE49-F238E27FC236}">
                  <a16:creationId xmlns:a16="http://schemas.microsoft.com/office/drawing/2014/main" id="{E6F448B7-097D-12B0-F175-A7D873FB0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928"/>
              <a:ext cx="1056" cy="1056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19" name="AutoShape 9">
              <a:extLst>
                <a:ext uri="{FF2B5EF4-FFF2-40B4-BE49-F238E27FC236}">
                  <a16:creationId xmlns:a16="http://schemas.microsoft.com/office/drawing/2014/main" id="{A72C8E1E-B034-E4CA-C9BF-0697EA2B5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312"/>
              <a:ext cx="528" cy="528"/>
            </a:xfrm>
            <a:prstGeom prst="rtTriangl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8513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4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565212" y="1752291"/>
            <a:ext cx="5302932" cy="1352673"/>
          </a:xfrm>
        </p:spPr>
        <p:txBody>
          <a:bodyPr/>
          <a:lstStyle/>
          <a:p>
            <a:pPr marL="447675" indent="-447675">
              <a:buClr>
                <a:srgbClr val="0000FF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配合丁字尺画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zh-CN" sz="2200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1.  </a:t>
            </a:r>
            <a:r>
              <a:rPr lang="zh-CN" altLang="en-US" sz="2200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竖直线</a:t>
            </a:r>
          </a:p>
          <a:p>
            <a:pPr lvl="1">
              <a:buClr>
                <a:schemeClr val="tx1"/>
              </a:buClr>
              <a:buFontTx/>
              <a:buNone/>
            </a:pPr>
            <a:r>
              <a:rPr lang="en-US" altLang="zh-CN" sz="2200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2.  </a:t>
            </a:r>
            <a:r>
              <a:rPr lang="en-US" altLang="zh-CN" sz="2200" i="1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15</a:t>
            </a:r>
            <a:r>
              <a:rPr lang="en-US" altLang="zh-CN" sz="2200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°</a:t>
            </a:r>
            <a:r>
              <a:rPr lang="zh-CN" altLang="en-US" sz="2200" dirty="0"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倍角倾斜线</a:t>
            </a:r>
          </a:p>
        </p:txBody>
      </p:sp>
      <p:grpSp>
        <p:nvGrpSpPr>
          <p:cNvPr id="38916" name="Group 4"/>
          <p:cNvGrpSpPr>
            <a:grpSpLocks/>
          </p:cNvGrpSpPr>
          <p:nvPr/>
        </p:nvGrpSpPr>
        <p:grpSpPr bwMode="auto">
          <a:xfrm>
            <a:off x="6519539" y="1078348"/>
            <a:ext cx="1268413" cy="2020888"/>
            <a:chOff x="4032" y="2496"/>
            <a:chExt cx="1008" cy="1632"/>
          </a:xfrm>
        </p:grpSpPr>
        <p:sp>
          <p:nvSpPr>
            <p:cNvPr id="38937" name="AutoShape 5"/>
            <p:cNvSpPr>
              <a:spLocks noChangeArrowheads="1"/>
            </p:cNvSpPr>
            <p:nvPr/>
          </p:nvSpPr>
          <p:spPr bwMode="auto">
            <a:xfrm>
              <a:off x="4032" y="2496"/>
              <a:ext cx="1008" cy="1632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8938" name="AutoShape 6"/>
            <p:cNvSpPr>
              <a:spLocks noChangeArrowheads="1"/>
            </p:cNvSpPr>
            <p:nvPr/>
          </p:nvSpPr>
          <p:spPr bwMode="auto">
            <a:xfrm>
              <a:off x="4224" y="3168"/>
              <a:ext cx="528" cy="816"/>
            </a:xfrm>
            <a:prstGeom prst="rtTriangl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grpSp>
        <p:nvGrpSpPr>
          <p:cNvPr id="38917" name="Group 7"/>
          <p:cNvGrpSpPr>
            <a:grpSpLocks/>
          </p:cNvGrpSpPr>
          <p:nvPr/>
        </p:nvGrpSpPr>
        <p:grpSpPr bwMode="auto">
          <a:xfrm rot="-9891541">
            <a:off x="7315508" y="1399030"/>
            <a:ext cx="1406525" cy="1425575"/>
            <a:chOff x="1632" y="2928"/>
            <a:chExt cx="1056" cy="1056"/>
          </a:xfrm>
        </p:grpSpPr>
        <p:sp>
          <p:nvSpPr>
            <p:cNvPr id="38935" name="AutoShape 8"/>
            <p:cNvSpPr>
              <a:spLocks noChangeArrowheads="1"/>
            </p:cNvSpPr>
            <p:nvPr/>
          </p:nvSpPr>
          <p:spPr bwMode="auto">
            <a:xfrm>
              <a:off x="1632" y="2928"/>
              <a:ext cx="1056" cy="1056"/>
            </a:xfrm>
            <a:prstGeom prst="rtTriangl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  <p:sp>
          <p:nvSpPr>
            <p:cNvPr id="38936" name="AutoShape 9"/>
            <p:cNvSpPr>
              <a:spLocks noChangeArrowheads="1"/>
            </p:cNvSpPr>
            <p:nvPr/>
          </p:nvSpPr>
          <p:spPr bwMode="auto">
            <a:xfrm>
              <a:off x="1776" y="3312"/>
              <a:ext cx="528" cy="528"/>
            </a:xfrm>
            <a:prstGeom prst="rtTriangl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endParaRPr lang="zh-CN" altLang="en-US"/>
            </a:p>
          </p:txBody>
        </p:sp>
      </p:grpSp>
      <p:sp>
        <p:nvSpPr>
          <p:cNvPr id="15" name="Rectangle 2">
            <a:extLst>
              <a:ext uri="{FF2B5EF4-FFF2-40B4-BE49-F238E27FC236}">
                <a16:creationId xmlns:a16="http://schemas.microsoft.com/office/drawing/2014/main" id="{23A13291-F88B-3222-CF4D-06478DF3D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24" y="1169716"/>
            <a:ext cx="3598192" cy="48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二、三角板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215496ED-8591-F4A2-35C1-936415F6A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272450"/>
            <a:ext cx="41767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绘图工具及其使用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FCBB16F6-CAEB-0A10-F3E8-81FF7E519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1123" y="4452316"/>
            <a:ext cx="2364258" cy="8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tx1"/>
              </a:buClr>
              <a:buFontTx/>
              <a:buNone/>
            </a:pP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黑体" panose="02010609060101010101" pitchFamily="49" charset="-122"/>
                <a:cs typeface="Times New Roman" pitchFamily="18" charset="0"/>
              </a:rPr>
              <a:t>三角板要保持板边的平直、光滑</a:t>
            </a:r>
          </a:p>
        </p:txBody>
      </p:sp>
      <p:pic>
        <p:nvPicPr>
          <p:cNvPr id="12" name="丁字尺2">
            <a:hlinkClick r:id="" action="ppaction://media"/>
            <a:extLst>
              <a:ext uri="{FF2B5EF4-FFF2-40B4-BE49-F238E27FC236}">
                <a16:creationId xmlns:a16="http://schemas.microsoft.com/office/drawing/2014/main" id="{90E5CF0F-C371-D3AB-EEC2-AB120AFB598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28960" y="3193836"/>
            <a:ext cx="5483218" cy="346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61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12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17F42B4-01CE-474A-57A5-5EFE34478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600000">
            <a:off x="5691259" y="2926702"/>
            <a:ext cx="3810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5400" dir="5400000" algn="ctr" rotWithShape="0">
              <a:schemeClr val="bg2"/>
            </a:outerShdw>
          </a:effectLst>
        </p:spPr>
      </p:pic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492416">
            <a:off x="1892256" y="1636947"/>
            <a:ext cx="3810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5400" dir="5400000" algn="ctr" rotWithShape="0">
              <a:schemeClr val="bg2"/>
            </a:outerShdw>
          </a:effectLst>
        </p:spPr>
      </p:pic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539408" y="1593044"/>
            <a:ext cx="7885020" cy="2556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1" hangingPunct="1">
              <a:lnSpc>
                <a:spcPct val="130000"/>
              </a:lnSpc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u"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描绘非圆曲线的工具，使用时：</a:t>
            </a:r>
          </a:p>
          <a:p>
            <a:pPr marL="914400" lvl="1" indent="-457200"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第一步，在曲线板上选用与曲线完全吻合的一段，每段不少于四个点。只描出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1-2-3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点间的一段曲线，留下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3-4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点之间线不描。</a:t>
            </a:r>
          </a:p>
        </p:txBody>
      </p:sp>
      <p:sp>
        <p:nvSpPr>
          <p:cNvPr id="149518" name="Text Box 14"/>
          <p:cNvSpPr txBox="1">
            <a:spLocks noChangeArrowheads="1"/>
          </p:cNvSpPr>
          <p:nvPr/>
        </p:nvSpPr>
        <p:spPr bwMode="auto">
          <a:xfrm>
            <a:off x="7763780" y="3232026"/>
            <a:ext cx="22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i="1" dirty="0">
                <a:ea typeface="+mj-ea"/>
                <a:cs typeface="Times New Roman" pitchFamily="18" charset="0"/>
              </a:rPr>
              <a:t>1</a:t>
            </a:r>
          </a:p>
        </p:txBody>
      </p:sp>
      <p:sp>
        <p:nvSpPr>
          <p:cNvPr id="149519" name="Text Box 15"/>
          <p:cNvSpPr txBox="1">
            <a:spLocks noChangeArrowheads="1"/>
          </p:cNvSpPr>
          <p:nvPr/>
        </p:nvSpPr>
        <p:spPr bwMode="auto">
          <a:xfrm>
            <a:off x="7367736" y="3208910"/>
            <a:ext cx="228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i="1" dirty="0">
                <a:ea typeface="+mj-ea"/>
                <a:cs typeface="Times New Roman" pitchFamily="18" charset="0"/>
              </a:rPr>
              <a:t>2   </a:t>
            </a:r>
          </a:p>
        </p:txBody>
      </p:sp>
      <p:sp>
        <p:nvSpPr>
          <p:cNvPr id="149520" name="Text Box 16"/>
          <p:cNvSpPr txBox="1">
            <a:spLocks noChangeArrowheads="1"/>
          </p:cNvSpPr>
          <p:nvPr/>
        </p:nvSpPr>
        <p:spPr bwMode="auto">
          <a:xfrm>
            <a:off x="6934200" y="3200400"/>
            <a:ext cx="22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i="1" dirty="0">
                <a:ea typeface="+mj-ea"/>
                <a:cs typeface="Times New Roman" pitchFamily="18" charset="0"/>
              </a:rPr>
              <a:t>3</a:t>
            </a:r>
          </a:p>
        </p:txBody>
      </p:sp>
      <p:sp>
        <p:nvSpPr>
          <p:cNvPr id="149521" name="Text Box 17"/>
          <p:cNvSpPr txBox="1">
            <a:spLocks noChangeArrowheads="1"/>
          </p:cNvSpPr>
          <p:nvPr/>
        </p:nvSpPr>
        <p:spPr bwMode="auto">
          <a:xfrm>
            <a:off x="6553200" y="3260725"/>
            <a:ext cx="22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i="1">
                <a:ea typeface="+mj-ea"/>
                <a:cs typeface="Times New Roman" pitchFamily="18" charset="0"/>
              </a:rPr>
              <a:t>4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A3C2434-DB1A-B34E-4D0E-A12C0C1D9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524" y="1169716"/>
            <a:ext cx="3598192" cy="487975"/>
          </a:xfrm>
          <a:noFill/>
        </p:spPr>
        <p:txBody>
          <a:bodyPr/>
          <a:lstStyle/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三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、曲线板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DE14B75-1535-C139-04DD-A8ECFE0AC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272450"/>
            <a:ext cx="41767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kumimoji="1"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绘图工具及其使用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A4B20CC-0BC5-EF45-DE92-16600E2B01F7}"/>
              </a:ext>
            </a:extLst>
          </p:cNvPr>
          <p:cNvSpPr/>
          <p:nvPr/>
        </p:nvSpPr>
        <p:spPr>
          <a:xfrm>
            <a:off x="5201443" y="3631404"/>
            <a:ext cx="2688431" cy="978695"/>
          </a:xfrm>
          <a:custGeom>
            <a:avLst/>
            <a:gdLst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924 h 241349"/>
              <a:gd name="connsiteX1" fmla="*/ 1304925 w 1704975"/>
              <a:gd name="connsiteY1" fmla="*/ 3224 h 241349"/>
              <a:gd name="connsiteX2" fmla="*/ 1257300 w 1704975"/>
              <a:gd name="connsiteY2" fmla="*/ 49 h 241349"/>
              <a:gd name="connsiteX3" fmla="*/ 927100 w 1704975"/>
              <a:gd name="connsiteY3" fmla="*/ 6399 h 241349"/>
              <a:gd name="connsiteX4" fmla="*/ 520700 w 1704975"/>
              <a:gd name="connsiteY4" fmla="*/ 44499 h 241349"/>
              <a:gd name="connsiteX5" fmla="*/ 203200 w 1704975"/>
              <a:gd name="connsiteY5" fmla="*/ 127049 h 241349"/>
              <a:gd name="connsiteX6" fmla="*/ 0 w 1704975"/>
              <a:gd name="connsiteY6" fmla="*/ 241349 h 241349"/>
              <a:gd name="connsiteX0" fmla="*/ 1704975 w 1704975"/>
              <a:gd name="connsiteY0" fmla="*/ 15875 h 241300"/>
              <a:gd name="connsiteX1" fmla="*/ 1257300 w 1704975"/>
              <a:gd name="connsiteY1" fmla="*/ 0 h 241300"/>
              <a:gd name="connsiteX2" fmla="*/ 927100 w 1704975"/>
              <a:gd name="connsiteY2" fmla="*/ 6350 h 241300"/>
              <a:gd name="connsiteX3" fmla="*/ 520700 w 1704975"/>
              <a:gd name="connsiteY3" fmla="*/ 44450 h 241300"/>
              <a:gd name="connsiteX4" fmla="*/ 203200 w 1704975"/>
              <a:gd name="connsiteY4" fmla="*/ 127000 h 241300"/>
              <a:gd name="connsiteX5" fmla="*/ 0 w 1704975"/>
              <a:gd name="connsiteY5" fmla="*/ 241300 h 241300"/>
              <a:gd name="connsiteX0" fmla="*/ 1704975 w 1704975"/>
              <a:gd name="connsiteY0" fmla="*/ 15875 h 241300"/>
              <a:gd name="connsiteX1" fmla="*/ 1320800 w 1704975"/>
              <a:gd name="connsiteY1" fmla="*/ 0 h 241300"/>
              <a:gd name="connsiteX2" fmla="*/ 927100 w 1704975"/>
              <a:gd name="connsiteY2" fmla="*/ 6350 h 241300"/>
              <a:gd name="connsiteX3" fmla="*/ 520700 w 1704975"/>
              <a:gd name="connsiteY3" fmla="*/ 44450 h 241300"/>
              <a:gd name="connsiteX4" fmla="*/ 203200 w 1704975"/>
              <a:gd name="connsiteY4" fmla="*/ 127000 h 241300"/>
              <a:gd name="connsiteX5" fmla="*/ 0 w 1704975"/>
              <a:gd name="connsiteY5" fmla="*/ 241300 h 241300"/>
              <a:gd name="connsiteX0" fmla="*/ 1704975 w 1704975"/>
              <a:gd name="connsiteY0" fmla="*/ 15943 h 241368"/>
              <a:gd name="connsiteX1" fmla="*/ 1320800 w 1704975"/>
              <a:gd name="connsiteY1" fmla="*/ 68 h 241368"/>
              <a:gd name="connsiteX2" fmla="*/ 927100 w 1704975"/>
              <a:gd name="connsiteY2" fmla="*/ 6418 h 241368"/>
              <a:gd name="connsiteX3" fmla="*/ 520700 w 1704975"/>
              <a:gd name="connsiteY3" fmla="*/ 44518 h 241368"/>
              <a:gd name="connsiteX4" fmla="*/ 203200 w 1704975"/>
              <a:gd name="connsiteY4" fmla="*/ 127068 h 241368"/>
              <a:gd name="connsiteX5" fmla="*/ 0 w 1704975"/>
              <a:gd name="connsiteY5" fmla="*/ 241368 h 241368"/>
              <a:gd name="connsiteX0" fmla="*/ 1704975 w 1704975"/>
              <a:gd name="connsiteY0" fmla="*/ 15943 h 241368"/>
              <a:gd name="connsiteX1" fmla="*/ 1320800 w 1704975"/>
              <a:gd name="connsiteY1" fmla="*/ 68 h 241368"/>
              <a:gd name="connsiteX2" fmla="*/ 927100 w 1704975"/>
              <a:gd name="connsiteY2" fmla="*/ 6418 h 241368"/>
              <a:gd name="connsiteX3" fmla="*/ 520700 w 1704975"/>
              <a:gd name="connsiteY3" fmla="*/ 44518 h 241368"/>
              <a:gd name="connsiteX4" fmla="*/ 203200 w 1704975"/>
              <a:gd name="connsiteY4" fmla="*/ 127068 h 241368"/>
              <a:gd name="connsiteX5" fmla="*/ 0 w 1704975"/>
              <a:gd name="connsiteY5" fmla="*/ 241368 h 241368"/>
              <a:gd name="connsiteX0" fmla="*/ 1704975 w 1704975"/>
              <a:gd name="connsiteY0" fmla="*/ 15943 h 241368"/>
              <a:gd name="connsiteX1" fmla="*/ 1320800 w 1704975"/>
              <a:gd name="connsiteY1" fmla="*/ 68 h 241368"/>
              <a:gd name="connsiteX2" fmla="*/ 927100 w 1704975"/>
              <a:gd name="connsiteY2" fmla="*/ 6418 h 241368"/>
              <a:gd name="connsiteX3" fmla="*/ 520700 w 1704975"/>
              <a:gd name="connsiteY3" fmla="*/ 44518 h 241368"/>
              <a:gd name="connsiteX4" fmla="*/ 203200 w 1704975"/>
              <a:gd name="connsiteY4" fmla="*/ 127068 h 241368"/>
              <a:gd name="connsiteX5" fmla="*/ 0 w 1704975"/>
              <a:gd name="connsiteY5" fmla="*/ 241368 h 241368"/>
              <a:gd name="connsiteX0" fmla="*/ 1704975 w 1704975"/>
              <a:gd name="connsiteY0" fmla="*/ 15943 h 241368"/>
              <a:gd name="connsiteX1" fmla="*/ 1320800 w 1704975"/>
              <a:gd name="connsiteY1" fmla="*/ 68 h 241368"/>
              <a:gd name="connsiteX2" fmla="*/ 927100 w 1704975"/>
              <a:gd name="connsiteY2" fmla="*/ 6418 h 241368"/>
              <a:gd name="connsiteX3" fmla="*/ 520700 w 1704975"/>
              <a:gd name="connsiteY3" fmla="*/ 44518 h 241368"/>
              <a:gd name="connsiteX4" fmla="*/ 203200 w 1704975"/>
              <a:gd name="connsiteY4" fmla="*/ 127068 h 241368"/>
              <a:gd name="connsiteX5" fmla="*/ 0 w 1704975"/>
              <a:gd name="connsiteY5" fmla="*/ 241368 h 241368"/>
              <a:gd name="connsiteX0" fmla="*/ 1704975 w 1704975"/>
              <a:gd name="connsiteY0" fmla="*/ 15875 h 241300"/>
              <a:gd name="connsiteX1" fmla="*/ 1320800 w 1704975"/>
              <a:gd name="connsiteY1" fmla="*/ 0 h 241300"/>
              <a:gd name="connsiteX2" fmla="*/ 927100 w 1704975"/>
              <a:gd name="connsiteY2" fmla="*/ 6350 h 241300"/>
              <a:gd name="connsiteX3" fmla="*/ 520700 w 1704975"/>
              <a:gd name="connsiteY3" fmla="*/ 44450 h 241300"/>
              <a:gd name="connsiteX4" fmla="*/ 203200 w 1704975"/>
              <a:gd name="connsiteY4" fmla="*/ 127000 h 241300"/>
              <a:gd name="connsiteX5" fmla="*/ 0 w 1704975"/>
              <a:gd name="connsiteY5" fmla="*/ 241300 h 241300"/>
              <a:gd name="connsiteX0" fmla="*/ 1704975 w 1704975"/>
              <a:gd name="connsiteY0" fmla="*/ 15875 h 241300"/>
              <a:gd name="connsiteX1" fmla="*/ 1320800 w 1704975"/>
              <a:gd name="connsiteY1" fmla="*/ 0 h 241300"/>
              <a:gd name="connsiteX2" fmla="*/ 927100 w 1704975"/>
              <a:gd name="connsiteY2" fmla="*/ 6350 h 241300"/>
              <a:gd name="connsiteX3" fmla="*/ 520700 w 1704975"/>
              <a:gd name="connsiteY3" fmla="*/ 44450 h 241300"/>
              <a:gd name="connsiteX4" fmla="*/ 203200 w 1704975"/>
              <a:gd name="connsiteY4" fmla="*/ 127000 h 241300"/>
              <a:gd name="connsiteX5" fmla="*/ 0 w 1704975"/>
              <a:gd name="connsiteY5" fmla="*/ 241300 h 241300"/>
              <a:gd name="connsiteX0" fmla="*/ 1704975 w 1704975"/>
              <a:gd name="connsiteY0" fmla="*/ 15875 h 247650"/>
              <a:gd name="connsiteX1" fmla="*/ 1320800 w 1704975"/>
              <a:gd name="connsiteY1" fmla="*/ 0 h 247650"/>
              <a:gd name="connsiteX2" fmla="*/ 927100 w 1704975"/>
              <a:gd name="connsiteY2" fmla="*/ 6350 h 247650"/>
              <a:gd name="connsiteX3" fmla="*/ 520700 w 1704975"/>
              <a:gd name="connsiteY3" fmla="*/ 44450 h 247650"/>
              <a:gd name="connsiteX4" fmla="*/ 203200 w 1704975"/>
              <a:gd name="connsiteY4" fmla="*/ 127000 h 247650"/>
              <a:gd name="connsiteX5" fmla="*/ 0 w 1704975"/>
              <a:gd name="connsiteY5" fmla="*/ 247650 h 247650"/>
              <a:gd name="connsiteX0" fmla="*/ 1692275 w 1692275"/>
              <a:gd name="connsiteY0" fmla="*/ 15875 h 238125"/>
              <a:gd name="connsiteX1" fmla="*/ 1308100 w 1692275"/>
              <a:gd name="connsiteY1" fmla="*/ 0 h 238125"/>
              <a:gd name="connsiteX2" fmla="*/ 914400 w 1692275"/>
              <a:gd name="connsiteY2" fmla="*/ 6350 h 238125"/>
              <a:gd name="connsiteX3" fmla="*/ 508000 w 1692275"/>
              <a:gd name="connsiteY3" fmla="*/ 44450 h 238125"/>
              <a:gd name="connsiteX4" fmla="*/ 190500 w 1692275"/>
              <a:gd name="connsiteY4" fmla="*/ 127000 h 238125"/>
              <a:gd name="connsiteX5" fmla="*/ 0 w 1692275"/>
              <a:gd name="connsiteY5" fmla="*/ 238125 h 238125"/>
              <a:gd name="connsiteX0" fmla="*/ 1692275 w 1692275"/>
              <a:gd name="connsiteY0" fmla="*/ 15875 h 238125"/>
              <a:gd name="connsiteX1" fmla="*/ 1308100 w 1692275"/>
              <a:gd name="connsiteY1" fmla="*/ 0 h 238125"/>
              <a:gd name="connsiteX2" fmla="*/ 914400 w 1692275"/>
              <a:gd name="connsiteY2" fmla="*/ 6350 h 238125"/>
              <a:gd name="connsiteX3" fmla="*/ 508000 w 1692275"/>
              <a:gd name="connsiteY3" fmla="*/ 44450 h 238125"/>
              <a:gd name="connsiteX4" fmla="*/ 190500 w 1692275"/>
              <a:gd name="connsiteY4" fmla="*/ 127000 h 238125"/>
              <a:gd name="connsiteX5" fmla="*/ 0 w 1692275"/>
              <a:gd name="connsiteY5" fmla="*/ 238125 h 238125"/>
              <a:gd name="connsiteX0" fmla="*/ 1713706 w 1713706"/>
              <a:gd name="connsiteY0" fmla="*/ 15875 h 254794"/>
              <a:gd name="connsiteX1" fmla="*/ 1329531 w 1713706"/>
              <a:gd name="connsiteY1" fmla="*/ 0 h 254794"/>
              <a:gd name="connsiteX2" fmla="*/ 935831 w 1713706"/>
              <a:gd name="connsiteY2" fmla="*/ 6350 h 254794"/>
              <a:gd name="connsiteX3" fmla="*/ 529431 w 1713706"/>
              <a:gd name="connsiteY3" fmla="*/ 44450 h 254794"/>
              <a:gd name="connsiteX4" fmla="*/ 211931 w 1713706"/>
              <a:gd name="connsiteY4" fmla="*/ 127000 h 254794"/>
              <a:gd name="connsiteX5" fmla="*/ 0 w 1713706"/>
              <a:gd name="connsiteY5" fmla="*/ 254794 h 254794"/>
              <a:gd name="connsiteX0" fmla="*/ 1713706 w 1713706"/>
              <a:gd name="connsiteY0" fmla="*/ 15875 h 250031"/>
              <a:gd name="connsiteX1" fmla="*/ 1329531 w 1713706"/>
              <a:gd name="connsiteY1" fmla="*/ 0 h 250031"/>
              <a:gd name="connsiteX2" fmla="*/ 935831 w 1713706"/>
              <a:gd name="connsiteY2" fmla="*/ 6350 h 250031"/>
              <a:gd name="connsiteX3" fmla="*/ 529431 w 1713706"/>
              <a:gd name="connsiteY3" fmla="*/ 44450 h 250031"/>
              <a:gd name="connsiteX4" fmla="*/ 211931 w 1713706"/>
              <a:gd name="connsiteY4" fmla="*/ 127000 h 250031"/>
              <a:gd name="connsiteX5" fmla="*/ 0 w 1713706"/>
              <a:gd name="connsiteY5" fmla="*/ 250031 h 250031"/>
              <a:gd name="connsiteX0" fmla="*/ 1713706 w 1713706"/>
              <a:gd name="connsiteY0" fmla="*/ 15875 h 247650"/>
              <a:gd name="connsiteX1" fmla="*/ 1329531 w 1713706"/>
              <a:gd name="connsiteY1" fmla="*/ 0 h 247650"/>
              <a:gd name="connsiteX2" fmla="*/ 935831 w 1713706"/>
              <a:gd name="connsiteY2" fmla="*/ 6350 h 247650"/>
              <a:gd name="connsiteX3" fmla="*/ 529431 w 1713706"/>
              <a:gd name="connsiteY3" fmla="*/ 44450 h 247650"/>
              <a:gd name="connsiteX4" fmla="*/ 211931 w 1713706"/>
              <a:gd name="connsiteY4" fmla="*/ 127000 h 247650"/>
              <a:gd name="connsiteX5" fmla="*/ 0 w 1713706"/>
              <a:gd name="connsiteY5" fmla="*/ 247650 h 247650"/>
              <a:gd name="connsiteX0" fmla="*/ 1713706 w 1713706"/>
              <a:gd name="connsiteY0" fmla="*/ 18256 h 250031"/>
              <a:gd name="connsiteX1" fmla="*/ 1324769 w 1713706"/>
              <a:gd name="connsiteY1" fmla="*/ 0 h 250031"/>
              <a:gd name="connsiteX2" fmla="*/ 935831 w 1713706"/>
              <a:gd name="connsiteY2" fmla="*/ 8731 h 250031"/>
              <a:gd name="connsiteX3" fmla="*/ 529431 w 1713706"/>
              <a:gd name="connsiteY3" fmla="*/ 46831 h 250031"/>
              <a:gd name="connsiteX4" fmla="*/ 211931 w 1713706"/>
              <a:gd name="connsiteY4" fmla="*/ 129381 h 250031"/>
              <a:gd name="connsiteX5" fmla="*/ 0 w 1713706"/>
              <a:gd name="connsiteY5" fmla="*/ 250031 h 250031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2943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2943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2943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2943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2943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2943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2943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2943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2943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4848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4848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4848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4848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4848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1713706 w 1713706"/>
              <a:gd name="connsiteY0" fmla="*/ 23018 h 254793"/>
              <a:gd name="connsiteX1" fmla="*/ 1324769 w 1713706"/>
              <a:gd name="connsiteY1" fmla="*/ 0 h 254793"/>
              <a:gd name="connsiteX2" fmla="*/ 935831 w 1713706"/>
              <a:gd name="connsiteY2" fmla="*/ 13493 h 254793"/>
              <a:gd name="connsiteX3" fmla="*/ 548481 w 1713706"/>
              <a:gd name="connsiteY3" fmla="*/ 51593 h 254793"/>
              <a:gd name="connsiteX4" fmla="*/ 211931 w 1713706"/>
              <a:gd name="connsiteY4" fmla="*/ 134143 h 254793"/>
              <a:gd name="connsiteX5" fmla="*/ 0 w 1713706"/>
              <a:gd name="connsiteY5" fmla="*/ 254793 h 254793"/>
              <a:gd name="connsiteX0" fmla="*/ 2209006 w 2209006"/>
              <a:gd name="connsiteY0" fmla="*/ 23018 h 718343"/>
              <a:gd name="connsiteX1" fmla="*/ 1820069 w 2209006"/>
              <a:gd name="connsiteY1" fmla="*/ 0 h 718343"/>
              <a:gd name="connsiteX2" fmla="*/ 1431131 w 2209006"/>
              <a:gd name="connsiteY2" fmla="*/ 13493 h 718343"/>
              <a:gd name="connsiteX3" fmla="*/ 1043781 w 2209006"/>
              <a:gd name="connsiteY3" fmla="*/ 51593 h 718343"/>
              <a:gd name="connsiteX4" fmla="*/ 707231 w 2209006"/>
              <a:gd name="connsiteY4" fmla="*/ 134143 h 718343"/>
              <a:gd name="connsiteX5" fmla="*/ 0 w 2209006"/>
              <a:gd name="connsiteY5" fmla="*/ 718343 h 718343"/>
              <a:gd name="connsiteX0" fmla="*/ 2285206 w 2285206"/>
              <a:gd name="connsiteY0" fmla="*/ 23018 h 756443"/>
              <a:gd name="connsiteX1" fmla="*/ 1896269 w 2285206"/>
              <a:gd name="connsiteY1" fmla="*/ 0 h 756443"/>
              <a:gd name="connsiteX2" fmla="*/ 1507331 w 2285206"/>
              <a:gd name="connsiteY2" fmla="*/ 13493 h 756443"/>
              <a:gd name="connsiteX3" fmla="*/ 1119981 w 2285206"/>
              <a:gd name="connsiteY3" fmla="*/ 51593 h 756443"/>
              <a:gd name="connsiteX4" fmla="*/ 783431 w 2285206"/>
              <a:gd name="connsiteY4" fmla="*/ 134143 h 756443"/>
              <a:gd name="connsiteX5" fmla="*/ 0 w 2285206"/>
              <a:gd name="connsiteY5" fmla="*/ 756443 h 756443"/>
              <a:gd name="connsiteX0" fmla="*/ 2285206 w 2285206"/>
              <a:gd name="connsiteY0" fmla="*/ 23018 h 756443"/>
              <a:gd name="connsiteX1" fmla="*/ 1896269 w 2285206"/>
              <a:gd name="connsiteY1" fmla="*/ 0 h 756443"/>
              <a:gd name="connsiteX2" fmla="*/ 1507331 w 2285206"/>
              <a:gd name="connsiteY2" fmla="*/ 13493 h 756443"/>
              <a:gd name="connsiteX3" fmla="*/ 1119981 w 2285206"/>
              <a:gd name="connsiteY3" fmla="*/ 51593 h 756443"/>
              <a:gd name="connsiteX4" fmla="*/ 783431 w 2285206"/>
              <a:gd name="connsiteY4" fmla="*/ 134143 h 756443"/>
              <a:gd name="connsiteX5" fmla="*/ 335756 w 2285206"/>
              <a:gd name="connsiteY5" fmla="*/ 489744 h 756443"/>
              <a:gd name="connsiteX6" fmla="*/ 0 w 2285206"/>
              <a:gd name="connsiteY6" fmla="*/ 756443 h 75644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96181 w 2697956"/>
              <a:gd name="connsiteY4" fmla="*/ 134143 h 978693"/>
              <a:gd name="connsiteX5" fmla="*/ 748506 w 2697956"/>
              <a:gd name="connsiteY5" fmla="*/ 489744 h 978693"/>
              <a:gd name="connsiteX6" fmla="*/ 0 w 2697956"/>
              <a:gd name="connsiteY6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96181 w 2697956"/>
              <a:gd name="connsiteY4" fmla="*/ 134143 h 978693"/>
              <a:gd name="connsiteX5" fmla="*/ 748506 w 2697956"/>
              <a:gd name="connsiteY5" fmla="*/ 489744 h 978693"/>
              <a:gd name="connsiteX6" fmla="*/ 405606 w 2697956"/>
              <a:gd name="connsiteY6" fmla="*/ 69929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96181 w 2697956"/>
              <a:gd name="connsiteY4" fmla="*/ 1341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3018 h 978693"/>
              <a:gd name="connsiteX1" fmla="*/ 2309019 w 2697956"/>
              <a:gd name="connsiteY1" fmla="*/ 0 h 978693"/>
              <a:gd name="connsiteX2" fmla="*/ 1920081 w 2697956"/>
              <a:gd name="connsiteY2" fmla="*/ 13493 h 978693"/>
              <a:gd name="connsiteX3" fmla="*/ 1532731 w 2697956"/>
              <a:gd name="connsiteY3" fmla="*/ 51593 h 978693"/>
              <a:gd name="connsiteX4" fmla="*/ 1132681 w 2697956"/>
              <a:gd name="connsiteY4" fmla="*/ 197643 h 978693"/>
              <a:gd name="connsiteX5" fmla="*/ 748506 w 2697956"/>
              <a:gd name="connsiteY5" fmla="*/ 489744 h 978693"/>
              <a:gd name="connsiteX6" fmla="*/ 424656 w 2697956"/>
              <a:gd name="connsiteY6" fmla="*/ 743744 h 978693"/>
              <a:gd name="connsiteX7" fmla="*/ 0 w 2697956"/>
              <a:gd name="connsiteY7" fmla="*/ 978693 h 978693"/>
              <a:gd name="connsiteX0" fmla="*/ 2697956 w 2697956"/>
              <a:gd name="connsiteY0" fmla="*/ 24124 h 979799"/>
              <a:gd name="connsiteX1" fmla="*/ 2309019 w 2697956"/>
              <a:gd name="connsiteY1" fmla="*/ 1106 h 979799"/>
              <a:gd name="connsiteX2" fmla="*/ 1920081 w 2697956"/>
              <a:gd name="connsiteY2" fmla="*/ 14599 h 979799"/>
              <a:gd name="connsiteX3" fmla="*/ 1532731 w 2697956"/>
              <a:gd name="connsiteY3" fmla="*/ 52699 h 979799"/>
              <a:gd name="connsiteX4" fmla="*/ 1132681 w 2697956"/>
              <a:gd name="connsiteY4" fmla="*/ 198749 h 979799"/>
              <a:gd name="connsiteX5" fmla="*/ 748506 w 2697956"/>
              <a:gd name="connsiteY5" fmla="*/ 490850 h 979799"/>
              <a:gd name="connsiteX6" fmla="*/ 424656 w 2697956"/>
              <a:gd name="connsiteY6" fmla="*/ 744850 h 979799"/>
              <a:gd name="connsiteX7" fmla="*/ 0 w 2697956"/>
              <a:gd name="connsiteY7" fmla="*/ 979799 h 979799"/>
              <a:gd name="connsiteX0" fmla="*/ 2697956 w 2697956"/>
              <a:gd name="connsiteY0" fmla="*/ 24124 h 979799"/>
              <a:gd name="connsiteX1" fmla="*/ 2309019 w 2697956"/>
              <a:gd name="connsiteY1" fmla="*/ 1106 h 979799"/>
              <a:gd name="connsiteX2" fmla="*/ 1920081 w 2697956"/>
              <a:gd name="connsiteY2" fmla="*/ 14599 h 979799"/>
              <a:gd name="connsiteX3" fmla="*/ 1532731 w 2697956"/>
              <a:gd name="connsiteY3" fmla="*/ 52699 h 979799"/>
              <a:gd name="connsiteX4" fmla="*/ 1132681 w 2697956"/>
              <a:gd name="connsiteY4" fmla="*/ 198749 h 979799"/>
              <a:gd name="connsiteX5" fmla="*/ 748506 w 2697956"/>
              <a:gd name="connsiteY5" fmla="*/ 490850 h 979799"/>
              <a:gd name="connsiteX6" fmla="*/ 424656 w 2697956"/>
              <a:gd name="connsiteY6" fmla="*/ 744850 h 979799"/>
              <a:gd name="connsiteX7" fmla="*/ 0 w 2697956"/>
              <a:gd name="connsiteY7" fmla="*/ 979799 h 979799"/>
              <a:gd name="connsiteX0" fmla="*/ 2697956 w 2697956"/>
              <a:gd name="connsiteY0" fmla="*/ 26814 h 982489"/>
              <a:gd name="connsiteX1" fmla="*/ 2309019 w 2697956"/>
              <a:gd name="connsiteY1" fmla="*/ 3796 h 982489"/>
              <a:gd name="connsiteX2" fmla="*/ 1920081 w 2697956"/>
              <a:gd name="connsiteY2" fmla="*/ 5383 h 982489"/>
              <a:gd name="connsiteX3" fmla="*/ 1532731 w 2697956"/>
              <a:gd name="connsiteY3" fmla="*/ 55389 h 982489"/>
              <a:gd name="connsiteX4" fmla="*/ 1132681 w 2697956"/>
              <a:gd name="connsiteY4" fmla="*/ 201439 h 982489"/>
              <a:gd name="connsiteX5" fmla="*/ 748506 w 2697956"/>
              <a:gd name="connsiteY5" fmla="*/ 493540 h 982489"/>
              <a:gd name="connsiteX6" fmla="*/ 424656 w 2697956"/>
              <a:gd name="connsiteY6" fmla="*/ 747540 h 982489"/>
              <a:gd name="connsiteX7" fmla="*/ 0 w 2697956"/>
              <a:gd name="connsiteY7" fmla="*/ 982489 h 982489"/>
              <a:gd name="connsiteX0" fmla="*/ 2697956 w 2697956"/>
              <a:gd name="connsiteY0" fmla="*/ 29822 h 985497"/>
              <a:gd name="connsiteX1" fmla="*/ 2311400 w 2697956"/>
              <a:gd name="connsiteY1" fmla="*/ 2041 h 985497"/>
              <a:gd name="connsiteX2" fmla="*/ 1920081 w 2697956"/>
              <a:gd name="connsiteY2" fmla="*/ 8391 h 985497"/>
              <a:gd name="connsiteX3" fmla="*/ 1532731 w 2697956"/>
              <a:gd name="connsiteY3" fmla="*/ 58397 h 985497"/>
              <a:gd name="connsiteX4" fmla="*/ 1132681 w 2697956"/>
              <a:gd name="connsiteY4" fmla="*/ 204447 h 985497"/>
              <a:gd name="connsiteX5" fmla="*/ 748506 w 2697956"/>
              <a:gd name="connsiteY5" fmla="*/ 496548 h 985497"/>
              <a:gd name="connsiteX6" fmla="*/ 424656 w 2697956"/>
              <a:gd name="connsiteY6" fmla="*/ 750548 h 985497"/>
              <a:gd name="connsiteX7" fmla="*/ 0 w 2697956"/>
              <a:gd name="connsiteY7" fmla="*/ 985497 h 985497"/>
              <a:gd name="connsiteX0" fmla="*/ 2697956 w 2697956"/>
              <a:gd name="connsiteY0" fmla="*/ 29822 h 985497"/>
              <a:gd name="connsiteX1" fmla="*/ 2311400 w 2697956"/>
              <a:gd name="connsiteY1" fmla="*/ 2041 h 985497"/>
              <a:gd name="connsiteX2" fmla="*/ 1920081 w 2697956"/>
              <a:gd name="connsiteY2" fmla="*/ 8391 h 985497"/>
              <a:gd name="connsiteX3" fmla="*/ 1532731 w 2697956"/>
              <a:gd name="connsiteY3" fmla="*/ 58397 h 985497"/>
              <a:gd name="connsiteX4" fmla="*/ 1132681 w 2697956"/>
              <a:gd name="connsiteY4" fmla="*/ 213972 h 985497"/>
              <a:gd name="connsiteX5" fmla="*/ 748506 w 2697956"/>
              <a:gd name="connsiteY5" fmla="*/ 496548 h 985497"/>
              <a:gd name="connsiteX6" fmla="*/ 424656 w 2697956"/>
              <a:gd name="connsiteY6" fmla="*/ 750548 h 985497"/>
              <a:gd name="connsiteX7" fmla="*/ 0 w 2697956"/>
              <a:gd name="connsiteY7" fmla="*/ 985497 h 985497"/>
              <a:gd name="connsiteX0" fmla="*/ 2688431 w 2688431"/>
              <a:gd name="connsiteY0" fmla="*/ 70737 h 988312"/>
              <a:gd name="connsiteX1" fmla="*/ 2311400 w 2688431"/>
              <a:gd name="connsiteY1" fmla="*/ 4856 h 988312"/>
              <a:gd name="connsiteX2" fmla="*/ 1920081 w 2688431"/>
              <a:gd name="connsiteY2" fmla="*/ 11206 h 988312"/>
              <a:gd name="connsiteX3" fmla="*/ 1532731 w 2688431"/>
              <a:gd name="connsiteY3" fmla="*/ 61212 h 988312"/>
              <a:gd name="connsiteX4" fmla="*/ 1132681 w 2688431"/>
              <a:gd name="connsiteY4" fmla="*/ 216787 h 988312"/>
              <a:gd name="connsiteX5" fmla="*/ 748506 w 2688431"/>
              <a:gd name="connsiteY5" fmla="*/ 499363 h 988312"/>
              <a:gd name="connsiteX6" fmla="*/ 424656 w 2688431"/>
              <a:gd name="connsiteY6" fmla="*/ 753363 h 988312"/>
              <a:gd name="connsiteX7" fmla="*/ 0 w 2688431"/>
              <a:gd name="connsiteY7" fmla="*/ 988312 h 988312"/>
              <a:gd name="connsiteX0" fmla="*/ 2688431 w 2688431"/>
              <a:gd name="connsiteY0" fmla="*/ 63343 h 980918"/>
              <a:gd name="connsiteX1" fmla="*/ 2308225 w 2688431"/>
              <a:gd name="connsiteY1" fmla="*/ 10162 h 980918"/>
              <a:gd name="connsiteX2" fmla="*/ 1920081 w 2688431"/>
              <a:gd name="connsiteY2" fmla="*/ 3812 h 980918"/>
              <a:gd name="connsiteX3" fmla="*/ 1532731 w 2688431"/>
              <a:gd name="connsiteY3" fmla="*/ 53818 h 980918"/>
              <a:gd name="connsiteX4" fmla="*/ 1132681 w 2688431"/>
              <a:gd name="connsiteY4" fmla="*/ 209393 h 980918"/>
              <a:gd name="connsiteX5" fmla="*/ 748506 w 2688431"/>
              <a:gd name="connsiteY5" fmla="*/ 491969 h 980918"/>
              <a:gd name="connsiteX6" fmla="*/ 424656 w 2688431"/>
              <a:gd name="connsiteY6" fmla="*/ 745969 h 980918"/>
              <a:gd name="connsiteX7" fmla="*/ 0 w 2688431"/>
              <a:gd name="connsiteY7" fmla="*/ 980918 h 980918"/>
              <a:gd name="connsiteX0" fmla="*/ 2688431 w 2688431"/>
              <a:gd name="connsiteY0" fmla="*/ 63343 h 980918"/>
              <a:gd name="connsiteX1" fmla="*/ 2308225 w 2688431"/>
              <a:gd name="connsiteY1" fmla="*/ 10162 h 980918"/>
              <a:gd name="connsiteX2" fmla="*/ 1920081 w 2688431"/>
              <a:gd name="connsiteY2" fmla="*/ 3812 h 980918"/>
              <a:gd name="connsiteX3" fmla="*/ 1532731 w 2688431"/>
              <a:gd name="connsiteY3" fmla="*/ 53818 h 980918"/>
              <a:gd name="connsiteX4" fmla="*/ 1132681 w 2688431"/>
              <a:gd name="connsiteY4" fmla="*/ 209393 h 980918"/>
              <a:gd name="connsiteX5" fmla="*/ 748506 w 2688431"/>
              <a:gd name="connsiteY5" fmla="*/ 491969 h 980918"/>
              <a:gd name="connsiteX6" fmla="*/ 424656 w 2688431"/>
              <a:gd name="connsiteY6" fmla="*/ 745969 h 980918"/>
              <a:gd name="connsiteX7" fmla="*/ 0 w 2688431"/>
              <a:gd name="connsiteY7" fmla="*/ 980918 h 980918"/>
              <a:gd name="connsiteX0" fmla="*/ 2688431 w 2688431"/>
              <a:gd name="connsiteY0" fmla="*/ 63343 h 980918"/>
              <a:gd name="connsiteX1" fmla="*/ 2308225 w 2688431"/>
              <a:gd name="connsiteY1" fmla="*/ 10162 h 980918"/>
              <a:gd name="connsiteX2" fmla="*/ 1920081 w 2688431"/>
              <a:gd name="connsiteY2" fmla="*/ 3812 h 980918"/>
              <a:gd name="connsiteX3" fmla="*/ 1532731 w 2688431"/>
              <a:gd name="connsiteY3" fmla="*/ 53818 h 980918"/>
              <a:gd name="connsiteX4" fmla="*/ 1132681 w 2688431"/>
              <a:gd name="connsiteY4" fmla="*/ 209393 h 980918"/>
              <a:gd name="connsiteX5" fmla="*/ 748506 w 2688431"/>
              <a:gd name="connsiteY5" fmla="*/ 491969 h 980918"/>
              <a:gd name="connsiteX6" fmla="*/ 424656 w 2688431"/>
              <a:gd name="connsiteY6" fmla="*/ 745969 h 980918"/>
              <a:gd name="connsiteX7" fmla="*/ 0 w 2688431"/>
              <a:gd name="connsiteY7" fmla="*/ 980918 h 980918"/>
              <a:gd name="connsiteX0" fmla="*/ 2688431 w 2688431"/>
              <a:gd name="connsiteY0" fmla="*/ 61030 h 978605"/>
              <a:gd name="connsiteX1" fmla="*/ 2308225 w 2688431"/>
              <a:gd name="connsiteY1" fmla="*/ 17374 h 978605"/>
              <a:gd name="connsiteX2" fmla="*/ 1920081 w 2688431"/>
              <a:gd name="connsiteY2" fmla="*/ 1499 h 978605"/>
              <a:gd name="connsiteX3" fmla="*/ 1532731 w 2688431"/>
              <a:gd name="connsiteY3" fmla="*/ 51505 h 978605"/>
              <a:gd name="connsiteX4" fmla="*/ 1132681 w 2688431"/>
              <a:gd name="connsiteY4" fmla="*/ 207080 h 978605"/>
              <a:gd name="connsiteX5" fmla="*/ 748506 w 2688431"/>
              <a:gd name="connsiteY5" fmla="*/ 489656 h 978605"/>
              <a:gd name="connsiteX6" fmla="*/ 424656 w 2688431"/>
              <a:gd name="connsiteY6" fmla="*/ 743656 h 978605"/>
              <a:gd name="connsiteX7" fmla="*/ 0 w 2688431"/>
              <a:gd name="connsiteY7" fmla="*/ 978605 h 978605"/>
              <a:gd name="connsiteX0" fmla="*/ 2688431 w 2688431"/>
              <a:gd name="connsiteY0" fmla="*/ 61030 h 978605"/>
              <a:gd name="connsiteX1" fmla="*/ 2308225 w 2688431"/>
              <a:gd name="connsiteY1" fmla="*/ 17374 h 978605"/>
              <a:gd name="connsiteX2" fmla="*/ 1920081 w 2688431"/>
              <a:gd name="connsiteY2" fmla="*/ 1499 h 978605"/>
              <a:gd name="connsiteX3" fmla="*/ 1532731 w 2688431"/>
              <a:gd name="connsiteY3" fmla="*/ 51505 h 978605"/>
              <a:gd name="connsiteX4" fmla="*/ 1132681 w 2688431"/>
              <a:gd name="connsiteY4" fmla="*/ 207080 h 978605"/>
              <a:gd name="connsiteX5" fmla="*/ 748506 w 2688431"/>
              <a:gd name="connsiteY5" fmla="*/ 489656 h 978605"/>
              <a:gd name="connsiteX6" fmla="*/ 424656 w 2688431"/>
              <a:gd name="connsiteY6" fmla="*/ 743656 h 978605"/>
              <a:gd name="connsiteX7" fmla="*/ 0 w 2688431"/>
              <a:gd name="connsiteY7" fmla="*/ 978605 h 978605"/>
              <a:gd name="connsiteX0" fmla="*/ 2688431 w 2688431"/>
              <a:gd name="connsiteY0" fmla="*/ 67470 h 978695"/>
              <a:gd name="connsiteX1" fmla="*/ 2308225 w 2688431"/>
              <a:gd name="connsiteY1" fmla="*/ 17464 h 978695"/>
              <a:gd name="connsiteX2" fmla="*/ 1920081 w 2688431"/>
              <a:gd name="connsiteY2" fmla="*/ 1589 h 978695"/>
              <a:gd name="connsiteX3" fmla="*/ 1532731 w 2688431"/>
              <a:gd name="connsiteY3" fmla="*/ 51595 h 978695"/>
              <a:gd name="connsiteX4" fmla="*/ 1132681 w 2688431"/>
              <a:gd name="connsiteY4" fmla="*/ 207170 h 978695"/>
              <a:gd name="connsiteX5" fmla="*/ 748506 w 2688431"/>
              <a:gd name="connsiteY5" fmla="*/ 489746 h 978695"/>
              <a:gd name="connsiteX6" fmla="*/ 424656 w 2688431"/>
              <a:gd name="connsiteY6" fmla="*/ 743746 h 978695"/>
              <a:gd name="connsiteX7" fmla="*/ 0 w 2688431"/>
              <a:gd name="connsiteY7" fmla="*/ 978695 h 978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88431" h="978695">
                <a:moveTo>
                  <a:pt x="2688431" y="67470"/>
                </a:moveTo>
                <a:cubicBezTo>
                  <a:pt x="2522273" y="36778"/>
                  <a:pt x="2436283" y="28444"/>
                  <a:pt x="2308225" y="17464"/>
                </a:cubicBezTo>
                <a:cubicBezTo>
                  <a:pt x="2180167" y="6484"/>
                  <a:pt x="2049330" y="-4100"/>
                  <a:pt x="1920081" y="1589"/>
                </a:cubicBezTo>
                <a:cubicBezTo>
                  <a:pt x="1790832" y="7278"/>
                  <a:pt x="1663964" y="17331"/>
                  <a:pt x="1532731" y="51595"/>
                </a:cubicBezTo>
                <a:cubicBezTo>
                  <a:pt x="1401498" y="85859"/>
                  <a:pt x="1263385" y="134145"/>
                  <a:pt x="1132681" y="207170"/>
                </a:cubicBezTo>
                <a:cubicBezTo>
                  <a:pt x="1001977" y="280195"/>
                  <a:pt x="866510" y="400317"/>
                  <a:pt x="748506" y="489746"/>
                </a:cubicBezTo>
                <a:cubicBezTo>
                  <a:pt x="630502" y="579175"/>
                  <a:pt x="549407" y="662255"/>
                  <a:pt x="424656" y="743746"/>
                </a:cubicBezTo>
                <a:cubicBezTo>
                  <a:pt x="299905" y="825237"/>
                  <a:pt x="141552" y="900379"/>
                  <a:pt x="0" y="978695"/>
                </a:cubicBezTo>
              </a:path>
            </a:pathLst>
          </a:custGeom>
          <a:noFill/>
          <a:ln w="28575">
            <a:solidFill>
              <a:srgbClr val="9900CC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9515" name="Oval 11"/>
          <p:cNvSpPr>
            <a:spLocks noChangeArrowheads="1"/>
          </p:cNvSpPr>
          <p:nvPr/>
        </p:nvSpPr>
        <p:spPr bwMode="auto">
          <a:xfrm>
            <a:off x="7467600" y="3611973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ea typeface="+mj-ea"/>
              <a:cs typeface="Times New Roman" pitchFamily="18" charset="0"/>
            </a:endParaRPr>
          </a:p>
        </p:txBody>
      </p:sp>
      <p:sp>
        <p:nvSpPr>
          <p:cNvPr id="149514" name="Oval 10"/>
          <p:cNvSpPr>
            <a:spLocks noChangeArrowheads="1"/>
          </p:cNvSpPr>
          <p:nvPr/>
        </p:nvSpPr>
        <p:spPr bwMode="auto">
          <a:xfrm>
            <a:off x="7853362" y="3656707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kumimoji="1" lang="zh-CN" altLang="zh-CN" sz="2400">
              <a:ea typeface="+mj-ea"/>
              <a:cs typeface="Times New Roman" pitchFamily="18" charset="0"/>
            </a:endParaRPr>
          </a:p>
        </p:txBody>
      </p:sp>
      <p:sp>
        <p:nvSpPr>
          <p:cNvPr id="149516" name="Oval 12"/>
          <p:cNvSpPr>
            <a:spLocks noChangeArrowheads="1"/>
          </p:cNvSpPr>
          <p:nvPr/>
        </p:nvSpPr>
        <p:spPr bwMode="auto">
          <a:xfrm>
            <a:off x="7083425" y="3596097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ea typeface="+mj-ea"/>
              <a:cs typeface="Times New Roman" pitchFamily="18" charset="0"/>
            </a:endParaRPr>
          </a:p>
        </p:txBody>
      </p:sp>
      <p:sp>
        <p:nvSpPr>
          <p:cNvPr id="149517" name="Oval 13"/>
          <p:cNvSpPr>
            <a:spLocks noChangeArrowheads="1"/>
          </p:cNvSpPr>
          <p:nvPr/>
        </p:nvSpPr>
        <p:spPr bwMode="auto">
          <a:xfrm>
            <a:off x="6705600" y="3637754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ea typeface="+mj-ea"/>
              <a:cs typeface="Times New Roman" pitchFamily="18" charset="0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5D459D79-A265-4D13-4F70-0399D4A805B0}"/>
              </a:ext>
            </a:extLst>
          </p:cNvPr>
          <p:cNvSpPr/>
          <p:nvPr/>
        </p:nvSpPr>
        <p:spPr>
          <a:xfrm>
            <a:off x="7124700" y="3632817"/>
            <a:ext cx="771525" cy="67646"/>
          </a:xfrm>
          <a:custGeom>
            <a:avLst/>
            <a:gdLst>
              <a:gd name="connsiteX0" fmla="*/ 762000 w 762000"/>
              <a:gd name="connsiteY0" fmla="*/ 25450 h 25450"/>
              <a:gd name="connsiteX1" fmla="*/ 383381 w 762000"/>
              <a:gd name="connsiteY1" fmla="*/ 4018 h 25450"/>
              <a:gd name="connsiteX2" fmla="*/ 0 w 762000"/>
              <a:gd name="connsiteY2" fmla="*/ 15925 h 25450"/>
              <a:gd name="connsiteX0" fmla="*/ 762000 w 762000"/>
              <a:gd name="connsiteY0" fmla="*/ 21846 h 21846"/>
              <a:gd name="connsiteX1" fmla="*/ 383381 w 762000"/>
              <a:gd name="connsiteY1" fmla="*/ 414 h 21846"/>
              <a:gd name="connsiteX2" fmla="*/ 0 w 762000"/>
              <a:gd name="connsiteY2" fmla="*/ 12321 h 21846"/>
              <a:gd name="connsiteX0" fmla="*/ 762000 w 762000"/>
              <a:gd name="connsiteY0" fmla="*/ 24986 h 24986"/>
              <a:gd name="connsiteX1" fmla="*/ 383381 w 762000"/>
              <a:gd name="connsiteY1" fmla="*/ 3554 h 24986"/>
              <a:gd name="connsiteX2" fmla="*/ 0 w 762000"/>
              <a:gd name="connsiteY2" fmla="*/ 5936 h 24986"/>
              <a:gd name="connsiteX0" fmla="*/ 762000 w 762000"/>
              <a:gd name="connsiteY0" fmla="*/ 31370 h 31370"/>
              <a:gd name="connsiteX1" fmla="*/ 378618 w 762000"/>
              <a:gd name="connsiteY1" fmla="*/ 413 h 31370"/>
              <a:gd name="connsiteX2" fmla="*/ 0 w 762000"/>
              <a:gd name="connsiteY2" fmla="*/ 12320 h 31370"/>
              <a:gd name="connsiteX0" fmla="*/ 762000 w 762000"/>
              <a:gd name="connsiteY0" fmla="*/ 31370 h 31370"/>
              <a:gd name="connsiteX1" fmla="*/ 378618 w 762000"/>
              <a:gd name="connsiteY1" fmla="*/ 413 h 31370"/>
              <a:gd name="connsiteX2" fmla="*/ 0 w 762000"/>
              <a:gd name="connsiteY2" fmla="*/ 12320 h 31370"/>
              <a:gd name="connsiteX0" fmla="*/ 762000 w 762000"/>
              <a:gd name="connsiteY0" fmla="*/ 33282 h 33282"/>
              <a:gd name="connsiteX1" fmla="*/ 378618 w 762000"/>
              <a:gd name="connsiteY1" fmla="*/ 2325 h 33282"/>
              <a:gd name="connsiteX2" fmla="*/ 0 w 762000"/>
              <a:gd name="connsiteY2" fmla="*/ 14232 h 33282"/>
              <a:gd name="connsiteX0" fmla="*/ 762000 w 762000"/>
              <a:gd name="connsiteY0" fmla="*/ 33282 h 33282"/>
              <a:gd name="connsiteX1" fmla="*/ 378618 w 762000"/>
              <a:gd name="connsiteY1" fmla="*/ 2325 h 33282"/>
              <a:gd name="connsiteX2" fmla="*/ 0 w 762000"/>
              <a:gd name="connsiteY2" fmla="*/ 14232 h 33282"/>
              <a:gd name="connsiteX0" fmla="*/ 762000 w 762000"/>
              <a:gd name="connsiteY0" fmla="*/ 32976 h 32976"/>
              <a:gd name="connsiteX1" fmla="*/ 378618 w 762000"/>
              <a:gd name="connsiteY1" fmla="*/ 2019 h 32976"/>
              <a:gd name="connsiteX2" fmla="*/ 0 w 762000"/>
              <a:gd name="connsiteY2" fmla="*/ 13926 h 32976"/>
              <a:gd name="connsiteX0" fmla="*/ 762000 w 762000"/>
              <a:gd name="connsiteY0" fmla="*/ 32976 h 32976"/>
              <a:gd name="connsiteX1" fmla="*/ 378618 w 762000"/>
              <a:gd name="connsiteY1" fmla="*/ 2019 h 32976"/>
              <a:gd name="connsiteX2" fmla="*/ 0 w 762000"/>
              <a:gd name="connsiteY2" fmla="*/ 13926 h 32976"/>
              <a:gd name="connsiteX0" fmla="*/ 762000 w 762000"/>
              <a:gd name="connsiteY0" fmla="*/ 32976 h 32976"/>
              <a:gd name="connsiteX1" fmla="*/ 378618 w 762000"/>
              <a:gd name="connsiteY1" fmla="*/ 2019 h 32976"/>
              <a:gd name="connsiteX2" fmla="*/ 0 w 762000"/>
              <a:gd name="connsiteY2" fmla="*/ 13926 h 32976"/>
              <a:gd name="connsiteX0" fmla="*/ 771525 w 771525"/>
              <a:gd name="connsiteY0" fmla="*/ 74251 h 74251"/>
              <a:gd name="connsiteX1" fmla="*/ 378618 w 771525"/>
              <a:gd name="connsiteY1" fmla="*/ 2019 h 74251"/>
              <a:gd name="connsiteX2" fmla="*/ 0 w 771525"/>
              <a:gd name="connsiteY2" fmla="*/ 13926 h 74251"/>
              <a:gd name="connsiteX0" fmla="*/ 771525 w 771525"/>
              <a:gd name="connsiteY0" fmla="*/ 63128 h 63128"/>
              <a:gd name="connsiteX1" fmla="*/ 375443 w 771525"/>
              <a:gd name="connsiteY1" fmla="*/ 13121 h 63128"/>
              <a:gd name="connsiteX2" fmla="*/ 0 w 771525"/>
              <a:gd name="connsiteY2" fmla="*/ 2803 h 63128"/>
              <a:gd name="connsiteX0" fmla="*/ 771525 w 771525"/>
              <a:gd name="connsiteY0" fmla="*/ 60714 h 60714"/>
              <a:gd name="connsiteX1" fmla="*/ 375443 w 771525"/>
              <a:gd name="connsiteY1" fmla="*/ 10707 h 60714"/>
              <a:gd name="connsiteX2" fmla="*/ 0 w 771525"/>
              <a:gd name="connsiteY2" fmla="*/ 389 h 60714"/>
              <a:gd name="connsiteX0" fmla="*/ 771525 w 771525"/>
              <a:gd name="connsiteY0" fmla="*/ 62123 h 62123"/>
              <a:gd name="connsiteX1" fmla="*/ 375443 w 771525"/>
              <a:gd name="connsiteY1" fmla="*/ 12116 h 62123"/>
              <a:gd name="connsiteX2" fmla="*/ 0 w 771525"/>
              <a:gd name="connsiteY2" fmla="*/ 1798 h 62123"/>
              <a:gd name="connsiteX0" fmla="*/ 771525 w 771525"/>
              <a:gd name="connsiteY0" fmla="*/ 62123 h 62123"/>
              <a:gd name="connsiteX1" fmla="*/ 375443 w 771525"/>
              <a:gd name="connsiteY1" fmla="*/ 12116 h 62123"/>
              <a:gd name="connsiteX2" fmla="*/ 0 w 771525"/>
              <a:gd name="connsiteY2" fmla="*/ 1798 h 62123"/>
              <a:gd name="connsiteX0" fmla="*/ 771525 w 771525"/>
              <a:gd name="connsiteY0" fmla="*/ 61297 h 61297"/>
              <a:gd name="connsiteX1" fmla="*/ 381793 w 771525"/>
              <a:gd name="connsiteY1" fmla="*/ 14465 h 61297"/>
              <a:gd name="connsiteX2" fmla="*/ 0 w 771525"/>
              <a:gd name="connsiteY2" fmla="*/ 972 h 61297"/>
              <a:gd name="connsiteX0" fmla="*/ 771525 w 771525"/>
              <a:gd name="connsiteY0" fmla="*/ 60885 h 60885"/>
              <a:gd name="connsiteX1" fmla="*/ 381793 w 771525"/>
              <a:gd name="connsiteY1" fmla="*/ 17228 h 60885"/>
              <a:gd name="connsiteX2" fmla="*/ 0 w 771525"/>
              <a:gd name="connsiteY2" fmla="*/ 560 h 60885"/>
              <a:gd name="connsiteX0" fmla="*/ 771525 w 771525"/>
              <a:gd name="connsiteY0" fmla="*/ 60885 h 60885"/>
              <a:gd name="connsiteX1" fmla="*/ 381793 w 771525"/>
              <a:gd name="connsiteY1" fmla="*/ 17228 h 60885"/>
              <a:gd name="connsiteX2" fmla="*/ 0 w 771525"/>
              <a:gd name="connsiteY2" fmla="*/ 560 h 60885"/>
              <a:gd name="connsiteX0" fmla="*/ 771525 w 771525"/>
              <a:gd name="connsiteY0" fmla="*/ 60885 h 60885"/>
              <a:gd name="connsiteX1" fmla="*/ 381793 w 771525"/>
              <a:gd name="connsiteY1" fmla="*/ 17228 h 60885"/>
              <a:gd name="connsiteX2" fmla="*/ 0 w 771525"/>
              <a:gd name="connsiteY2" fmla="*/ 560 h 60885"/>
              <a:gd name="connsiteX0" fmla="*/ 771525 w 771525"/>
              <a:gd name="connsiteY0" fmla="*/ 67235 h 67235"/>
              <a:gd name="connsiteX1" fmla="*/ 381793 w 771525"/>
              <a:gd name="connsiteY1" fmla="*/ 17228 h 67235"/>
              <a:gd name="connsiteX2" fmla="*/ 0 w 771525"/>
              <a:gd name="connsiteY2" fmla="*/ 560 h 67235"/>
              <a:gd name="connsiteX0" fmla="*/ 771525 w 771525"/>
              <a:gd name="connsiteY0" fmla="*/ 67235 h 67235"/>
              <a:gd name="connsiteX1" fmla="*/ 381793 w 771525"/>
              <a:gd name="connsiteY1" fmla="*/ 17228 h 67235"/>
              <a:gd name="connsiteX2" fmla="*/ 0 w 771525"/>
              <a:gd name="connsiteY2" fmla="*/ 560 h 67235"/>
              <a:gd name="connsiteX0" fmla="*/ 771525 w 771525"/>
              <a:gd name="connsiteY0" fmla="*/ 67646 h 67646"/>
              <a:gd name="connsiteX1" fmla="*/ 384968 w 771525"/>
              <a:gd name="connsiteY1" fmla="*/ 14464 h 67646"/>
              <a:gd name="connsiteX2" fmla="*/ 0 w 771525"/>
              <a:gd name="connsiteY2" fmla="*/ 971 h 67646"/>
              <a:gd name="connsiteX0" fmla="*/ 771525 w 771525"/>
              <a:gd name="connsiteY0" fmla="*/ 67646 h 67646"/>
              <a:gd name="connsiteX1" fmla="*/ 384968 w 771525"/>
              <a:gd name="connsiteY1" fmla="*/ 14464 h 67646"/>
              <a:gd name="connsiteX2" fmla="*/ 0 w 771525"/>
              <a:gd name="connsiteY2" fmla="*/ 971 h 67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1525" h="67646">
                <a:moveTo>
                  <a:pt x="771525" y="67646"/>
                </a:moveTo>
                <a:cubicBezTo>
                  <a:pt x="621903" y="37085"/>
                  <a:pt x="516731" y="27164"/>
                  <a:pt x="384968" y="14464"/>
                </a:cubicBezTo>
                <a:cubicBezTo>
                  <a:pt x="253205" y="-1411"/>
                  <a:pt x="115490" y="-1013"/>
                  <a:pt x="0" y="971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37D5D67E-8941-125A-D4D5-46216E7E8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987" y="3537260"/>
            <a:ext cx="4363576" cy="2556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eaLnBrk="1" hangingPunct="1">
              <a:lnSpc>
                <a:spcPct val="130000"/>
              </a:lnSpc>
              <a:spcBef>
                <a:spcPct val="20000"/>
              </a:spcBef>
              <a:buClr>
                <a:srgbClr val="FF0000"/>
              </a:buClr>
              <a:buSzPct val="100000"/>
              <a:buFont typeface="+mj-lt"/>
              <a:buAutoNum type="arabicPeriod" startAt="2"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第二步，由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3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点开始再找四个点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(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包括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3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点和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4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点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)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，连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3-4-5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三个点，留下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5-6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点之间的曲线不描，直到描完整条曲线。</a:t>
            </a:r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6C7AEB76-7698-1871-0C89-C99E26010E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3413125"/>
            <a:ext cx="22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i="1" dirty="0">
                <a:ea typeface="+mj-ea"/>
                <a:cs typeface="Times New Roman" pitchFamily="18" charset="0"/>
              </a:rPr>
              <a:t>5</a:t>
            </a:r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1FDBD476-ED55-8686-85AE-764634EA0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8576" y="3790154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ea typeface="+mj-ea"/>
              <a:cs typeface="Times New Roman" pitchFamily="18" charset="0"/>
            </a:endParaRPr>
          </a:p>
        </p:txBody>
      </p:sp>
      <p:sp>
        <p:nvSpPr>
          <p:cNvPr id="12" name="Text Box 17">
            <a:extLst>
              <a:ext uri="{FF2B5EF4-FFF2-40B4-BE49-F238E27FC236}">
                <a16:creationId xmlns:a16="http://schemas.microsoft.com/office/drawing/2014/main" id="{F042460D-3326-BB64-D7A0-ABDD47FCD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144" y="3623843"/>
            <a:ext cx="228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000" i="1" dirty="0">
                <a:ea typeface="+mj-ea"/>
                <a:cs typeface="Times New Roman" pitchFamily="18" charset="0"/>
              </a:rPr>
              <a:t>6</a:t>
            </a:r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3D33BC73-A930-16C9-CB63-99A91EE1C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0544" y="4000872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/>
            <a:endParaRPr lang="zh-CN" altLang="en-US">
              <a:ea typeface="+mj-ea"/>
              <a:cs typeface="Times New Roman" pitchFamily="18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C022C548-C297-0A12-2303-F619A63D15B8}"/>
              </a:ext>
            </a:extLst>
          </p:cNvPr>
          <p:cNvSpPr/>
          <p:nvPr/>
        </p:nvSpPr>
        <p:spPr>
          <a:xfrm flipV="1">
            <a:off x="6344875" y="3634576"/>
            <a:ext cx="776650" cy="194989"/>
          </a:xfrm>
          <a:custGeom>
            <a:avLst/>
            <a:gdLst>
              <a:gd name="connsiteX0" fmla="*/ 762000 w 762000"/>
              <a:gd name="connsiteY0" fmla="*/ 25450 h 25450"/>
              <a:gd name="connsiteX1" fmla="*/ 383381 w 762000"/>
              <a:gd name="connsiteY1" fmla="*/ 4018 h 25450"/>
              <a:gd name="connsiteX2" fmla="*/ 0 w 762000"/>
              <a:gd name="connsiteY2" fmla="*/ 15925 h 25450"/>
              <a:gd name="connsiteX0" fmla="*/ 762000 w 762000"/>
              <a:gd name="connsiteY0" fmla="*/ 21846 h 21846"/>
              <a:gd name="connsiteX1" fmla="*/ 383381 w 762000"/>
              <a:gd name="connsiteY1" fmla="*/ 414 h 21846"/>
              <a:gd name="connsiteX2" fmla="*/ 0 w 762000"/>
              <a:gd name="connsiteY2" fmla="*/ 12321 h 21846"/>
              <a:gd name="connsiteX0" fmla="*/ 762000 w 762000"/>
              <a:gd name="connsiteY0" fmla="*/ 24986 h 24986"/>
              <a:gd name="connsiteX1" fmla="*/ 383381 w 762000"/>
              <a:gd name="connsiteY1" fmla="*/ 3554 h 24986"/>
              <a:gd name="connsiteX2" fmla="*/ 0 w 762000"/>
              <a:gd name="connsiteY2" fmla="*/ 5936 h 24986"/>
              <a:gd name="connsiteX0" fmla="*/ 762000 w 762000"/>
              <a:gd name="connsiteY0" fmla="*/ 31370 h 31370"/>
              <a:gd name="connsiteX1" fmla="*/ 378618 w 762000"/>
              <a:gd name="connsiteY1" fmla="*/ 413 h 31370"/>
              <a:gd name="connsiteX2" fmla="*/ 0 w 762000"/>
              <a:gd name="connsiteY2" fmla="*/ 12320 h 31370"/>
              <a:gd name="connsiteX0" fmla="*/ 762000 w 762000"/>
              <a:gd name="connsiteY0" fmla="*/ 31370 h 31370"/>
              <a:gd name="connsiteX1" fmla="*/ 378618 w 762000"/>
              <a:gd name="connsiteY1" fmla="*/ 413 h 31370"/>
              <a:gd name="connsiteX2" fmla="*/ 0 w 762000"/>
              <a:gd name="connsiteY2" fmla="*/ 12320 h 31370"/>
              <a:gd name="connsiteX0" fmla="*/ 762000 w 762000"/>
              <a:gd name="connsiteY0" fmla="*/ 33282 h 33282"/>
              <a:gd name="connsiteX1" fmla="*/ 378618 w 762000"/>
              <a:gd name="connsiteY1" fmla="*/ 2325 h 33282"/>
              <a:gd name="connsiteX2" fmla="*/ 0 w 762000"/>
              <a:gd name="connsiteY2" fmla="*/ 14232 h 33282"/>
              <a:gd name="connsiteX0" fmla="*/ 762000 w 762000"/>
              <a:gd name="connsiteY0" fmla="*/ 33282 h 33282"/>
              <a:gd name="connsiteX1" fmla="*/ 378618 w 762000"/>
              <a:gd name="connsiteY1" fmla="*/ 2325 h 33282"/>
              <a:gd name="connsiteX2" fmla="*/ 0 w 762000"/>
              <a:gd name="connsiteY2" fmla="*/ 14232 h 33282"/>
              <a:gd name="connsiteX0" fmla="*/ 762000 w 762000"/>
              <a:gd name="connsiteY0" fmla="*/ 32976 h 32976"/>
              <a:gd name="connsiteX1" fmla="*/ 378618 w 762000"/>
              <a:gd name="connsiteY1" fmla="*/ 2019 h 32976"/>
              <a:gd name="connsiteX2" fmla="*/ 0 w 762000"/>
              <a:gd name="connsiteY2" fmla="*/ 13926 h 32976"/>
              <a:gd name="connsiteX0" fmla="*/ 762000 w 762000"/>
              <a:gd name="connsiteY0" fmla="*/ 32976 h 32976"/>
              <a:gd name="connsiteX1" fmla="*/ 378618 w 762000"/>
              <a:gd name="connsiteY1" fmla="*/ 2019 h 32976"/>
              <a:gd name="connsiteX2" fmla="*/ 0 w 762000"/>
              <a:gd name="connsiteY2" fmla="*/ 13926 h 32976"/>
              <a:gd name="connsiteX0" fmla="*/ 762000 w 762000"/>
              <a:gd name="connsiteY0" fmla="*/ 32976 h 32976"/>
              <a:gd name="connsiteX1" fmla="*/ 378618 w 762000"/>
              <a:gd name="connsiteY1" fmla="*/ 2019 h 32976"/>
              <a:gd name="connsiteX2" fmla="*/ 0 w 762000"/>
              <a:gd name="connsiteY2" fmla="*/ 13926 h 32976"/>
              <a:gd name="connsiteX0" fmla="*/ 762000 w 762000"/>
              <a:gd name="connsiteY0" fmla="*/ 21947 h 21947"/>
              <a:gd name="connsiteX1" fmla="*/ 384748 w 762000"/>
              <a:gd name="connsiteY1" fmla="*/ 12579 h 21947"/>
              <a:gd name="connsiteX2" fmla="*/ 0 w 762000"/>
              <a:gd name="connsiteY2" fmla="*/ 2897 h 21947"/>
              <a:gd name="connsiteX0" fmla="*/ 752805 w 752805"/>
              <a:gd name="connsiteY0" fmla="*/ 33443 h 33443"/>
              <a:gd name="connsiteX1" fmla="*/ 375553 w 752805"/>
              <a:gd name="connsiteY1" fmla="*/ 24075 h 33443"/>
              <a:gd name="connsiteX2" fmla="*/ 0 w 752805"/>
              <a:gd name="connsiteY2" fmla="*/ 1661 h 33443"/>
              <a:gd name="connsiteX0" fmla="*/ 752805 w 752805"/>
              <a:gd name="connsiteY0" fmla="*/ 33443 h 33443"/>
              <a:gd name="connsiteX1" fmla="*/ 375553 w 752805"/>
              <a:gd name="connsiteY1" fmla="*/ 24075 h 33443"/>
              <a:gd name="connsiteX2" fmla="*/ 0 w 752805"/>
              <a:gd name="connsiteY2" fmla="*/ 1661 h 33443"/>
              <a:gd name="connsiteX0" fmla="*/ 752805 w 752805"/>
              <a:gd name="connsiteY0" fmla="*/ 33443 h 33443"/>
              <a:gd name="connsiteX1" fmla="*/ 375553 w 752805"/>
              <a:gd name="connsiteY1" fmla="*/ 24075 h 33443"/>
              <a:gd name="connsiteX2" fmla="*/ 0 w 752805"/>
              <a:gd name="connsiteY2" fmla="*/ 1661 h 33443"/>
              <a:gd name="connsiteX0" fmla="*/ 752805 w 752805"/>
              <a:gd name="connsiteY0" fmla="*/ 33443 h 33443"/>
              <a:gd name="connsiteX1" fmla="*/ 375553 w 752805"/>
              <a:gd name="connsiteY1" fmla="*/ 24075 h 33443"/>
              <a:gd name="connsiteX2" fmla="*/ 0 w 752805"/>
              <a:gd name="connsiteY2" fmla="*/ 1661 h 33443"/>
              <a:gd name="connsiteX0" fmla="*/ 752805 w 752805"/>
              <a:gd name="connsiteY0" fmla="*/ 31782 h 31782"/>
              <a:gd name="connsiteX1" fmla="*/ 375553 w 752805"/>
              <a:gd name="connsiteY1" fmla="*/ 22414 h 31782"/>
              <a:gd name="connsiteX2" fmla="*/ 0 w 752805"/>
              <a:gd name="connsiteY2" fmla="*/ 0 h 31782"/>
              <a:gd name="connsiteX0" fmla="*/ 755870 w 755870"/>
              <a:gd name="connsiteY0" fmla="*/ 33443 h 33443"/>
              <a:gd name="connsiteX1" fmla="*/ 378618 w 755870"/>
              <a:gd name="connsiteY1" fmla="*/ 24075 h 33443"/>
              <a:gd name="connsiteX2" fmla="*/ 0 w 755870"/>
              <a:gd name="connsiteY2" fmla="*/ 0 h 33443"/>
              <a:gd name="connsiteX0" fmla="*/ 755870 w 755870"/>
              <a:gd name="connsiteY0" fmla="*/ 33443 h 33443"/>
              <a:gd name="connsiteX1" fmla="*/ 378618 w 755870"/>
              <a:gd name="connsiteY1" fmla="*/ 24075 h 33443"/>
              <a:gd name="connsiteX2" fmla="*/ 0 w 755870"/>
              <a:gd name="connsiteY2" fmla="*/ 0 h 33443"/>
              <a:gd name="connsiteX0" fmla="*/ 755870 w 755870"/>
              <a:gd name="connsiteY0" fmla="*/ 33443 h 33443"/>
              <a:gd name="connsiteX1" fmla="*/ 390878 w 755870"/>
              <a:gd name="connsiteY1" fmla="*/ 26843 h 33443"/>
              <a:gd name="connsiteX2" fmla="*/ 0 w 755870"/>
              <a:gd name="connsiteY2" fmla="*/ 0 h 33443"/>
              <a:gd name="connsiteX0" fmla="*/ 755870 w 755870"/>
              <a:gd name="connsiteY0" fmla="*/ 33443 h 33443"/>
              <a:gd name="connsiteX1" fmla="*/ 393943 w 755870"/>
              <a:gd name="connsiteY1" fmla="*/ 25736 h 33443"/>
              <a:gd name="connsiteX2" fmla="*/ 0 w 755870"/>
              <a:gd name="connsiteY2" fmla="*/ 0 h 33443"/>
              <a:gd name="connsiteX0" fmla="*/ 752805 w 752805"/>
              <a:gd name="connsiteY0" fmla="*/ 33997 h 33997"/>
              <a:gd name="connsiteX1" fmla="*/ 393943 w 752805"/>
              <a:gd name="connsiteY1" fmla="*/ 25736 h 33997"/>
              <a:gd name="connsiteX2" fmla="*/ 0 w 752805"/>
              <a:gd name="connsiteY2" fmla="*/ 0 h 33997"/>
              <a:gd name="connsiteX0" fmla="*/ 752805 w 752805"/>
              <a:gd name="connsiteY0" fmla="*/ 33997 h 33997"/>
              <a:gd name="connsiteX1" fmla="*/ 393943 w 752805"/>
              <a:gd name="connsiteY1" fmla="*/ 25736 h 33997"/>
              <a:gd name="connsiteX2" fmla="*/ 0 w 752805"/>
              <a:gd name="connsiteY2" fmla="*/ 0 h 33997"/>
              <a:gd name="connsiteX0" fmla="*/ 752805 w 752805"/>
              <a:gd name="connsiteY0" fmla="*/ 33997 h 33997"/>
              <a:gd name="connsiteX1" fmla="*/ 384748 w 752805"/>
              <a:gd name="connsiteY1" fmla="*/ 25182 h 33997"/>
              <a:gd name="connsiteX2" fmla="*/ 0 w 752805"/>
              <a:gd name="connsiteY2" fmla="*/ 0 h 33997"/>
              <a:gd name="connsiteX0" fmla="*/ 749740 w 749740"/>
              <a:gd name="connsiteY0" fmla="*/ 33997 h 33997"/>
              <a:gd name="connsiteX1" fmla="*/ 381683 w 749740"/>
              <a:gd name="connsiteY1" fmla="*/ 25182 h 33997"/>
              <a:gd name="connsiteX2" fmla="*/ 0 w 749740"/>
              <a:gd name="connsiteY2" fmla="*/ 0 h 33997"/>
              <a:gd name="connsiteX0" fmla="*/ 749740 w 749740"/>
              <a:gd name="connsiteY0" fmla="*/ 33997 h 33997"/>
              <a:gd name="connsiteX1" fmla="*/ 381683 w 749740"/>
              <a:gd name="connsiteY1" fmla="*/ 25182 h 33997"/>
              <a:gd name="connsiteX2" fmla="*/ 0 w 749740"/>
              <a:gd name="connsiteY2" fmla="*/ 0 h 33997"/>
              <a:gd name="connsiteX0" fmla="*/ 749740 w 749740"/>
              <a:gd name="connsiteY0" fmla="*/ 33997 h 33997"/>
              <a:gd name="connsiteX1" fmla="*/ 381683 w 749740"/>
              <a:gd name="connsiteY1" fmla="*/ 25182 h 33997"/>
              <a:gd name="connsiteX2" fmla="*/ 0 w 749740"/>
              <a:gd name="connsiteY2" fmla="*/ 0 h 33997"/>
              <a:gd name="connsiteX0" fmla="*/ 749740 w 749740"/>
              <a:gd name="connsiteY0" fmla="*/ 33997 h 33997"/>
              <a:gd name="connsiteX1" fmla="*/ 381683 w 749740"/>
              <a:gd name="connsiteY1" fmla="*/ 25182 h 33997"/>
              <a:gd name="connsiteX2" fmla="*/ 0 w 749740"/>
              <a:gd name="connsiteY2" fmla="*/ 0 h 33997"/>
              <a:gd name="connsiteX0" fmla="*/ 749740 w 749740"/>
              <a:gd name="connsiteY0" fmla="*/ 33997 h 33997"/>
              <a:gd name="connsiteX1" fmla="*/ 381683 w 749740"/>
              <a:gd name="connsiteY1" fmla="*/ 25182 h 33997"/>
              <a:gd name="connsiteX2" fmla="*/ 0 w 749740"/>
              <a:gd name="connsiteY2" fmla="*/ 0 h 33997"/>
              <a:gd name="connsiteX0" fmla="*/ 749740 w 749740"/>
              <a:gd name="connsiteY0" fmla="*/ 33997 h 33997"/>
              <a:gd name="connsiteX1" fmla="*/ 381683 w 749740"/>
              <a:gd name="connsiteY1" fmla="*/ 25182 h 33997"/>
              <a:gd name="connsiteX2" fmla="*/ 0 w 749740"/>
              <a:gd name="connsiteY2" fmla="*/ 0 h 33997"/>
              <a:gd name="connsiteX0" fmla="*/ 749740 w 749740"/>
              <a:gd name="connsiteY0" fmla="*/ 33997 h 33997"/>
              <a:gd name="connsiteX1" fmla="*/ 381683 w 749740"/>
              <a:gd name="connsiteY1" fmla="*/ 25182 h 33997"/>
              <a:gd name="connsiteX2" fmla="*/ 0 w 749740"/>
              <a:gd name="connsiteY2" fmla="*/ 0 h 33997"/>
              <a:gd name="connsiteX0" fmla="*/ 749740 w 749740"/>
              <a:gd name="connsiteY0" fmla="*/ 33997 h 33997"/>
              <a:gd name="connsiteX1" fmla="*/ 381683 w 749740"/>
              <a:gd name="connsiteY1" fmla="*/ 25182 h 33997"/>
              <a:gd name="connsiteX2" fmla="*/ 0 w 749740"/>
              <a:gd name="connsiteY2" fmla="*/ 0 h 33997"/>
              <a:gd name="connsiteX0" fmla="*/ 749740 w 749740"/>
              <a:gd name="connsiteY0" fmla="*/ 33997 h 33997"/>
              <a:gd name="connsiteX1" fmla="*/ 381683 w 749740"/>
              <a:gd name="connsiteY1" fmla="*/ 25182 h 33997"/>
              <a:gd name="connsiteX2" fmla="*/ 0 w 749740"/>
              <a:gd name="connsiteY2" fmla="*/ 0 h 33997"/>
              <a:gd name="connsiteX0" fmla="*/ 749740 w 749740"/>
              <a:gd name="connsiteY0" fmla="*/ 33997 h 33997"/>
              <a:gd name="connsiteX1" fmla="*/ 381683 w 749740"/>
              <a:gd name="connsiteY1" fmla="*/ 25182 h 33997"/>
              <a:gd name="connsiteX2" fmla="*/ 0 w 749740"/>
              <a:gd name="connsiteY2" fmla="*/ 0 h 33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9740" h="33997">
                <a:moveTo>
                  <a:pt x="749740" y="33997"/>
                </a:moveTo>
                <a:cubicBezTo>
                  <a:pt x="620925" y="32166"/>
                  <a:pt x="516629" y="30888"/>
                  <a:pt x="381683" y="25182"/>
                </a:cubicBezTo>
                <a:cubicBezTo>
                  <a:pt x="246737" y="19476"/>
                  <a:pt x="133660" y="10487"/>
                  <a:pt x="0" y="0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8E865C-7922-D5D0-5720-967DEAE20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562069">
            <a:off x="5790464" y="2920359"/>
            <a:ext cx="3810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5400" dir="5400000" algn="ctr" rotWithShape="0">
              <a:schemeClr val="bg2"/>
            </a:outerShdw>
          </a:effectLst>
        </p:spPr>
      </p:pic>
    </p:spTree>
    <p:extLst>
      <p:ext uri="{BB962C8B-B14F-4D97-AF65-F5344CB8AC3E}">
        <p14:creationId xmlns:p14="http://schemas.microsoft.com/office/powerpoint/2010/main" val="60306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9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9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9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8" grpId="0" build="p" autoUpdateAnimBg="0"/>
      <p:bldP spid="149518" grpId="0" autoUpdateAnimBg="0"/>
      <p:bldP spid="149519" grpId="0" autoUpdateAnimBg="0"/>
      <p:bldP spid="149520" grpId="0" autoUpdateAnimBg="0"/>
      <p:bldP spid="149521" grpId="0" autoUpdateAnimBg="0"/>
      <p:bldP spid="7" grpId="0" animBg="1"/>
      <p:bldP spid="149515" grpId="0" animBg="1"/>
      <p:bldP spid="149514" grpId="0" animBg="1" autoUpdateAnimBg="0"/>
      <p:bldP spid="149516" grpId="0" animBg="1"/>
      <p:bldP spid="149517" grpId="0" animBg="1"/>
      <p:bldP spid="8" grpId="0" animBg="1"/>
      <p:bldP spid="10" grpId="0" autoUpdateAnimBg="0"/>
      <p:bldP spid="11" grpId="0" animBg="1"/>
      <p:bldP spid="12" grpId="0" autoUpdateAnimBg="0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708682" y="1772816"/>
            <a:ext cx="6851650" cy="461665"/>
          </a:xfrm>
        </p:spPr>
        <p:txBody>
          <a:bodyPr wrap="square">
            <a:spAutoFit/>
          </a:bodyPr>
          <a:lstStyle/>
          <a:p>
            <a:pPr marL="447675" indent="-447675">
              <a:spcBef>
                <a:spcPct val="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u"/>
            </a:pPr>
            <a:r>
              <a:rPr kumimoji="1"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铅笔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 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铅芯的硬度：用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B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、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H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及数字表示</a:t>
            </a:r>
          </a:p>
        </p:txBody>
      </p:sp>
      <p:sp>
        <p:nvSpPr>
          <p:cNvPr id="201732" name="Text Box 4"/>
          <p:cNvSpPr txBox="1">
            <a:spLocks noChangeArrowheads="1"/>
          </p:cNvSpPr>
          <p:nvPr/>
        </p:nvSpPr>
        <p:spPr bwMode="auto">
          <a:xfrm>
            <a:off x="4690629" y="2550708"/>
            <a:ext cx="724878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HB</a:t>
            </a:r>
          </a:p>
        </p:txBody>
      </p:sp>
      <p:sp>
        <p:nvSpPr>
          <p:cNvPr id="201733" name="Text Box 5"/>
          <p:cNvSpPr txBox="1">
            <a:spLocks noChangeArrowheads="1"/>
          </p:cNvSpPr>
          <p:nvPr/>
        </p:nvSpPr>
        <p:spPr bwMode="auto">
          <a:xfrm>
            <a:off x="3744479" y="2550708"/>
            <a:ext cx="788999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B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、</a:t>
            </a:r>
          </a:p>
        </p:txBody>
      </p:sp>
      <p:sp>
        <p:nvSpPr>
          <p:cNvPr id="201734" name="Text Box 6"/>
          <p:cNvSpPr txBox="1">
            <a:spLocks noChangeArrowheads="1"/>
          </p:cNvSpPr>
          <p:nvPr/>
        </p:nvSpPr>
        <p:spPr bwMode="auto">
          <a:xfrm>
            <a:off x="5795529" y="2550708"/>
            <a:ext cx="1197764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、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H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、</a:t>
            </a:r>
          </a:p>
        </p:txBody>
      </p:sp>
      <p:sp>
        <p:nvSpPr>
          <p:cNvPr id="201735" name="Text Box 7"/>
          <p:cNvSpPr txBox="1">
            <a:spLocks noChangeArrowheads="1"/>
          </p:cNvSpPr>
          <p:nvPr/>
        </p:nvSpPr>
        <p:spPr bwMode="auto">
          <a:xfrm>
            <a:off x="1941079" y="2550708"/>
            <a:ext cx="1463862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… 2B</a:t>
            </a:r>
            <a:r>
              <a:rPr lang="zh-CN" altLang="en-US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、</a:t>
            </a:r>
          </a:p>
        </p:txBody>
      </p:sp>
      <p:sp>
        <p:nvSpPr>
          <p:cNvPr id="201736" name="Text Box 8"/>
          <p:cNvSpPr txBox="1">
            <a:spLocks noChangeArrowheads="1"/>
          </p:cNvSpPr>
          <p:nvPr/>
        </p:nvSpPr>
        <p:spPr bwMode="auto">
          <a:xfrm>
            <a:off x="7225867" y="2580870"/>
            <a:ext cx="100219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  <a:defRPr/>
            </a:pP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2H…</a:t>
            </a:r>
          </a:p>
        </p:txBody>
      </p:sp>
      <p:sp>
        <p:nvSpPr>
          <p:cNvPr id="52233" name="Line 9"/>
          <p:cNvSpPr>
            <a:spLocks noChangeShapeType="1"/>
          </p:cNvSpPr>
          <p:nvPr/>
        </p:nvSpPr>
        <p:spPr bwMode="auto">
          <a:xfrm>
            <a:off x="5049404" y="3055999"/>
            <a:ext cx="0" cy="9445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sm" len="lg"/>
          </a:ln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4449329" y="3944999"/>
            <a:ext cx="12604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spcBef>
                <a:spcPct val="50000"/>
              </a:spcBef>
              <a:buFont typeface="Arial" charset="0"/>
              <a:buNone/>
            </a:pP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常用</a:t>
            </a: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1323542" y="2950143"/>
            <a:ext cx="5966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50000"/>
              </a:spcBef>
              <a:buFont typeface="Arial" charset="0"/>
              <a:buNone/>
            </a:pP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软</a:t>
            </a:r>
          </a:p>
        </p:txBody>
      </p:sp>
      <p:sp>
        <p:nvSpPr>
          <p:cNvPr id="52236" name="Text Box 12"/>
          <p:cNvSpPr txBox="1">
            <a:spLocks noChangeArrowheads="1"/>
          </p:cNvSpPr>
          <p:nvPr/>
        </p:nvSpPr>
        <p:spPr bwMode="auto">
          <a:xfrm>
            <a:off x="8295842" y="3002530"/>
            <a:ext cx="59663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>
              <a:spcBef>
                <a:spcPct val="50000"/>
              </a:spcBef>
              <a:buFont typeface="Arial" charset="0"/>
              <a:buNone/>
            </a:pP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硬</a:t>
            </a: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 flipH="1">
            <a:off x="2103004" y="3206811"/>
            <a:ext cx="2470150" cy="0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sm" len="lg"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5703454" y="3249674"/>
            <a:ext cx="2420938" cy="3175"/>
          </a:xfrm>
          <a:prstGeom prst="line">
            <a:avLst/>
          </a:prstGeom>
          <a:noFill/>
          <a:ln w="28575">
            <a:solidFill>
              <a:schemeClr val="hlink"/>
            </a:solidFill>
            <a:miter lim="800000"/>
            <a:headEnd/>
            <a:tailEnd type="triangle" w="sm" len="lg"/>
          </a:ln>
        </p:spPr>
        <p:txBody>
          <a:bodyPr wrap="none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2239" name="Rectangle 15"/>
          <p:cNvSpPr>
            <a:spLocks noChangeArrowheads="1"/>
          </p:cNvSpPr>
          <p:nvPr/>
        </p:nvSpPr>
        <p:spPr bwMode="auto">
          <a:xfrm>
            <a:off x="1331640" y="4565215"/>
            <a:ext cx="4737124" cy="1348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en-US" altLang="zh-CN" sz="2400" dirty="0">
                <a:solidFill>
                  <a:srgbClr val="003399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H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2H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打底稿；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      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HB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写字、注尺寸；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60000"/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B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2B</a:t>
            </a:r>
            <a:r>
              <a:rPr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加深粗实线。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B3A36B-A25A-5C52-C2BA-2A6D762DBE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524" y="1169716"/>
            <a:ext cx="3598192" cy="487975"/>
          </a:xfrm>
          <a:noFill/>
        </p:spPr>
        <p:txBody>
          <a:bodyPr/>
          <a:lstStyle/>
          <a:p>
            <a:pPr algn="l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四、铅笔和圆规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9632003-2BCA-42CE-907C-421E8DC12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272450"/>
            <a:ext cx="41767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kumimoji="1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绘图工具及其使用</a:t>
            </a:r>
          </a:p>
        </p:txBody>
      </p:sp>
    </p:spTree>
    <p:extLst>
      <p:ext uri="{BB962C8B-B14F-4D97-AF65-F5344CB8AC3E}">
        <p14:creationId xmlns:p14="http://schemas.microsoft.com/office/powerpoint/2010/main" val="2513224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2" name="Group 2"/>
          <p:cNvGrpSpPr>
            <a:grpSpLocks/>
          </p:cNvGrpSpPr>
          <p:nvPr/>
        </p:nvGrpSpPr>
        <p:grpSpPr bwMode="auto">
          <a:xfrm>
            <a:off x="5751513" y="982020"/>
            <a:ext cx="3094038" cy="1603375"/>
            <a:chOff x="3811" y="735"/>
            <a:chExt cx="1949" cy="1010"/>
          </a:xfrm>
        </p:grpSpPr>
        <p:graphicFrame>
          <p:nvGraphicFramePr>
            <p:cNvPr id="1031" name="Object 3"/>
            <p:cNvGraphicFramePr>
              <a:graphicFrameLocks noChangeAspect="1"/>
            </p:cNvGraphicFramePr>
            <p:nvPr/>
          </p:nvGraphicFramePr>
          <p:xfrm>
            <a:off x="3811" y="735"/>
            <a:ext cx="1949" cy="10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2" imgW="1580952" imgH="819048" progId="Paint.Picture">
                    <p:embed/>
                  </p:oleObj>
                </mc:Choice>
                <mc:Fallback>
                  <p:oleObj name="位图图像" r:id="rId2" imgW="1580952" imgH="819048" progId="Paint.Picture">
                    <p:embed/>
                    <p:pic>
                      <p:nvPicPr>
                        <p:cNvPr id="103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1" y="735"/>
                          <a:ext cx="1949" cy="10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5" name="Text Box 4"/>
            <p:cNvSpPr txBox="1">
              <a:spLocks noChangeArrowheads="1"/>
            </p:cNvSpPr>
            <p:nvPr/>
          </p:nvSpPr>
          <p:spPr bwMode="auto">
            <a:xfrm>
              <a:off x="4010" y="1488"/>
              <a:ext cx="1660" cy="25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charset="0"/>
                <a:buNone/>
              </a:pPr>
              <a:r>
                <a:rPr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铅笔的通常的削法</a:t>
              </a:r>
            </a:p>
          </p:txBody>
        </p:sp>
      </p:grpSp>
      <p:grpSp>
        <p:nvGrpSpPr>
          <p:cNvPr id="1033" name="Group 5"/>
          <p:cNvGrpSpPr>
            <a:grpSpLocks/>
          </p:cNvGrpSpPr>
          <p:nvPr/>
        </p:nvGrpSpPr>
        <p:grpSpPr bwMode="auto">
          <a:xfrm>
            <a:off x="5446713" y="2568576"/>
            <a:ext cx="3398838" cy="2012950"/>
            <a:chOff x="3684" y="1743"/>
            <a:chExt cx="2141" cy="1268"/>
          </a:xfrm>
        </p:grpSpPr>
        <p:graphicFrame>
          <p:nvGraphicFramePr>
            <p:cNvPr id="1030" name="Object 6"/>
            <p:cNvGraphicFramePr>
              <a:graphicFrameLocks noChangeAspect="1"/>
            </p:cNvGraphicFramePr>
            <p:nvPr/>
          </p:nvGraphicFramePr>
          <p:xfrm>
            <a:off x="3684" y="1743"/>
            <a:ext cx="2141" cy="10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4" imgW="1781424" imgH="743054" progId="Paint.Picture">
                    <p:embed/>
                  </p:oleObj>
                </mc:Choice>
                <mc:Fallback>
                  <p:oleObj name="位图图像" r:id="rId4" imgW="1781424" imgH="743054" progId="Paint.Picture">
                    <p:embed/>
                    <p:pic>
                      <p:nvPicPr>
                        <p:cNvPr id="103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4" y="1743"/>
                          <a:ext cx="2141" cy="10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4" name="Text Box 7"/>
            <p:cNvSpPr txBox="1">
              <a:spLocks noChangeArrowheads="1"/>
            </p:cNvSpPr>
            <p:nvPr/>
          </p:nvSpPr>
          <p:spPr bwMode="auto">
            <a:xfrm>
              <a:off x="4260" y="2759"/>
              <a:ext cx="143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charset="0"/>
                <a:buNone/>
              </a:pPr>
              <a:r>
                <a:rPr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笔尖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r>
                <a:rPr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凿形</a:t>
              </a:r>
            </a:p>
          </p:txBody>
        </p:sp>
      </p:grpSp>
      <p:grpSp>
        <p:nvGrpSpPr>
          <p:cNvPr id="1034" name="Group 8"/>
          <p:cNvGrpSpPr>
            <a:grpSpLocks/>
          </p:cNvGrpSpPr>
          <p:nvPr/>
        </p:nvGrpSpPr>
        <p:grpSpPr bwMode="auto">
          <a:xfrm>
            <a:off x="6041232" y="4926013"/>
            <a:ext cx="2685833" cy="1171574"/>
            <a:chOff x="3972" y="3017"/>
            <a:chExt cx="1730" cy="738"/>
          </a:xfrm>
        </p:grpSpPr>
        <p:graphicFrame>
          <p:nvGraphicFramePr>
            <p:cNvPr id="1029" name="Object 9"/>
            <p:cNvGraphicFramePr>
              <a:graphicFrameLocks noChangeAspect="1"/>
            </p:cNvGraphicFramePr>
            <p:nvPr/>
          </p:nvGraphicFramePr>
          <p:xfrm>
            <a:off x="3972" y="3017"/>
            <a:ext cx="1668" cy="5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6" imgW="1590897" imgH="628571" progId="Paint.Picture">
                    <p:embed/>
                  </p:oleObj>
                </mc:Choice>
                <mc:Fallback>
                  <p:oleObj name="位图图像" r:id="rId6" imgW="1590897" imgH="628571" progId="Paint.Picture">
                    <p:embed/>
                    <p:pic>
                      <p:nvPicPr>
                        <p:cNvPr id="1029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2" y="3017"/>
                          <a:ext cx="1668" cy="5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3" name="Text Box 10"/>
            <p:cNvSpPr txBox="1">
              <a:spLocks noChangeArrowheads="1"/>
            </p:cNvSpPr>
            <p:nvPr/>
          </p:nvSpPr>
          <p:spPr bwMode="auto">
            <a:xfrm>
              <a:off x="4115" y="3503"/>
              <a:ext cx="158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charset="0"/>
                <a:buNone/>
              </a:pPr>
              <a:r>
                <a:rPr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笔尖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r>
                <a:rPr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圆锥形</a:t>
              </a:r>
            </a:p>
          </p:txBody>
        </p:sp>
      </p:grpSp>
      <p:grpSp>
        <p:nvGrpSpPr>
          <p:cNvPr id="1035" name="Group 11"/>
          <p:cNvGrpSpPr>
            <a:grpSpLocks/>
          </p:cNvGrpSpPr>
          <p:nvPr/>
        </p:nvGrpSpPr>
        <p:grpSpPr bwMode="auto">
          <a:xfrm>
            <a:off x="3383757" y="4013202"/>
            <a:ext cx="2405063" cy="1831976"/>
            <a:chOff x="2553" y="3036"/>
            <a:chExt cx="1515" cy="1154"/>
          </a:xfrm>
        </p:grpSpPr>
        <p:graphicFrame>
          <p:nvGraphicFramePr>
            <p:cNvPr id="1027" name="Object 12"/>
            <p:cNvGraphicFramePr>
              <a:graphicFrameLocks noChangeAspect="1"/>
            </p:cNvGraphicFramePr>
            <p:nvPr/>
          </p:nvGraphicFramePr>
          <p:xfrm>
            <a:off x="3197" y="3036"/>
            <a:ext cx="763" cy="8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8" imgW="914286" imgH="1190476" progId="Paint.Picture">
                    <p:embed/>
                  </p:oleObj>
                </mc:Choice>
                <mc:Fallback>
                  <p:oleObj name="位图图像" r:id="rId8" imgW="914286" imgH="1190476" progId="Paint.Picture">
                    <p:embed/>
                    <p:pic>
                      <p:nvPicPr>
                        <p:cNvPr id="1027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7" y="3036"/>
                          <a:ext cx="763" cy="8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8" name="Object 13"/>
            <p:cNvGraphicFramePr>
              <a:graphicFrameLocks noChangeAspect="1"/>
            </p:cNvGraphicFramePr>
            <p:nvPr/>
          </p:nvGraphicFramePr>
          <p:xfrm>
            <a:off x="2713" y="3071"/>
            <a:ext cx="524" cy="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0" imgW="457143" imgH="714286" progId="Paint.Picture">
                    <p:embed/>
                  </p:oleObj>
                </mc:Choice>
                <mc:Fallback>
                  <p:oleObj name="位图图像" r:id="rId10" imgW="457143" imgH="714286" progId="Paint.Picture">
                    <p:embed/>
                    <p:pic>
                      <p:nvPicPr>
                        <p:cNvPr id="1028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13" y="3071"/>
                          <a:ext cx="524" cy="8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2" name="Text Box 14"/>
            <p:cNvSpPr txBox="1">
              <a:spLocks noChangeArrowheads="1"/>
            </p:cNvSpPr>
            <p:nvPr/>
          </p:nvSpPr>
          <p:spPr bwMode="auto">
            <a:xfrm>
              <a:off x="2553" y="3938"/>
              <a:ext cx="151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charset="0"/>
                <a:buNone/>
              </a:pPr>
              <a:r>
                <a:rPr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铅芯的尖</a:t>
              </a:r>
              <a:r>
                <a:rPr lang="en-US" altLang="zh-CN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r>
                <a:rPr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楔形</a:t>
              </a:r>
            </a:p>
          </p:txBody>
        </p:sp>
      </p:grpSp>
      <p:grpSp>
        <p:nvGrpSpPr>
          <p:cNvPr id="1036" name="Group 15"/>
          <p:cNvGrpSpPr>
            <a:grpSpLocks/>
          </p:cNvGrpSpPr>
          <p:nvPr/>
        </p:nvGrpSpPr>
        <p:grpSpPr bwMode="auto">
          <a:xfrm>
            <a:off x="399257" y="4146552"/>
            <a:ext cx="2660650" cy="1695451"/>
            <a:chOff x="84" y="3237"/>
            <a:chExt cx="1676" cy="1068"/>
          </a:xfrm>
        </p:grpSpPr>
        <p:graphicFrame>
          <p:nvGraphicFramePr>
            <p:cNvPr id="1026" name="Object 16"/>
            <p:cNvGraphicFramePr>
              <a:graphicFrameLocks noChangeAspect="1"/>
            </p:cNvGraphicFramePr>
            <p:nvPr/>
          </p:nvGraphicFramePr>
          <p:xfrm>
            <a:off x="179" y="3237"/>
            <a:ext cx="1356" cy="8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2" imgW="1476190" imgH="876190" progId="Paint.Picture">
                    <p:embed/>
                  </p:oleObj>
                </mc:Choice>
                <mc:Fallback>
                  <p:oleObj name="位图图像" r:id="rId12" imgW="1476190" imgH="876190" progId="Paint.Picture">
                    <p:embed/>
                    <p:pic>
                      <p:nvPicPr>
                        <p:cNvPr id="1026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" y="3237"/>
                          <a:ext cx="1356" cy="8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1" name="Text Box 17"/>
            <p:cNvSpPr txBox="1">
              <a:spLocks noChangeArrowheads="1"/>
            </p:cNvSpPr>
            <p:nvPr/>
          </p:nvSpPr>
          <p:spPr bwMode="auto">
            <a:xfrm>
              <a:off x="84" y="4053"/>
              <a:ext cx="167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  <a:buFont typeface="Arial" charset="0"/>
                <a:buNone/>
              </a:pPr>
              <a:r>
                <a:rPr lang="zh-CN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笔尖在小磨石上打磨</a:t>
              </a:r>
            </a:p>
          </p:txBody>
        </p:sp>
      </p:grpSp>
      <p:sp>
        <p:nvSpPr>
          <p:cNvPr id="1040" name="Rectangle 21"/>
          <p:cNvSpPr>
            <a:spLocks noChangeArrowheads="1"/>
          </p:cNvSpPr>
          <p:nvPr/>
        </p:nvSpPr>
        <p:spPr bwMode="auto">
          <a:xfrm>
            <a:off x="1007033" y="2198474"/>
            <a:ext cx="4537075" cy="144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500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划直线条（粗实线）：凿形</a:t>
            </a:r>
            <a:endParaRPr lang="en-US" altLang="zh-CN" sz="2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500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画曲线及写字：圆锥形</a:t>
            </a:r>
            <a:endParaRPr lang="en-US" altLang="zh-CN" sz="2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50000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2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圆规上用的铅芯：楔形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1E9C3C-90F1-6927-091B-1E9B0C3AF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2107" y="1736812"/>
            <a:ext cx="4403949" cy="461665"/>
          </a:xfrm>
        </p:spPr>
        <p:txBody>
          <a:bodyPr wrap="square">
            <a:spAutoFit/>
          </a:bodyPr>
          <a:lstStyle/>
          <a:p>
            <a:pPr marL="447675" indent="-447675">
              <a:spcBef>
                <a:spcPct val="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u"/>
            </a:pPr>
            <a:r>
              <a:rPr kumimoji="1"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itchFamily="18" charset="0"/>
              </a:rPr>
              <a:t>铅芯形状</a:t>
            </a:r>
            <a:endParaRPr kumimoji="1" lang="zh-CN" altLang="en-US" sz="2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09E67C5-2A28-ECB9-075D-4002201A5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7524" y="1169716"/>
            <a:ext cx="3598192" cy="487975"/>
          </a:xfrm>
          <a:noFill/>
        </p:spPr>
        <p:txBody>
          <a:bodyPr/>
          <a:lstStyle/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四、铅笔和圆规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2791688-67EB-FC97-010B-7282F436B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272450"/>
            <a:ext cx="41767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绘图工具及其使用</a:t>
            </a:r>
          </a:p>
        </p:txBody>
      </p:sp>
    </p:spTree>
    <p:extLst>
      <p:ext uri="{BB962C8B-B14F-4D97-AF65-F5344CB8AC3E}">
        <p14:creationId xmlns:p14="http://schemas.microsoft.com/office/powerpoint/2010/main" val="2764280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899592" y="2348880"/>
            <a:ext cx="3816424" cy="3780420"/>
          </a:xfrm>
        </p:spPr>
        <p:txBody>
          <a:bodyPr/>
          <a:lstStyle/>
          <a:p>
            <a:pPr>
              <a:lnSpc>
                <a:spcPct val="150000"/>
              </a:lnSpc>
              <a:buClr>
                <a:srgbClr val="C00000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2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圆规：</a:t>
            </a:r>
            <a:r>
              <a:rPr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</a:rPr>
              <a:t>圆规是画圆和圆弧的工具          </a:t>
            </a:r>
          </a:p>
          <a:p>
            <a:pPr>
              <a:lnSpc>
                <a:spcPct val="150000"/>
              </a:lnSpc>
              <a:buClr>
                <a:srgbClr val="C00000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2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分规：</a:t>
            </a:r>
            <a:r>
              <a:rPr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</a:rPr>
              <a:t>分规是等分线、量取尺寸的工具</a:t>
            </a:r>
          </a:p>
          <a:p>
            <a:pPr>
              <a:lnSpc>
                <a:spcPct val="150000"/>
              </a:lnSpc>
              <a:buClr>
                <a:srgbClr val="C00000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 sz="22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使用时，</a:t>
            </a:r>
            <a:r>
              <a:rPr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</a:rPr>
              <a:t>插针、笔尖应与纸面尽量保持垂直。画大圆弧时，可加上延伸杆</a:t>
            </a: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44910" y="1757061"/>
            <a:ext cx="3556208" cy="546289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algn="l" eaLnBrk="1" hangingPunct="1">
              <a:lnSpc>
                <a:spcPct val="90000"/>
              </a:lnSpc>
              <a:spcBef>
                <a:spcPct val="20000"/>
              </a:spcBef>
              <a:buClr>
                <a:srgbClr val="0000FF"/>
              </a:buClr>
              <a:buSzPct val="90000"/>
              <a:buFont typeface="Wingdings" panose="05000000000000000000" pitchFamily="2" charset="2"/>
              <a:buChar char="u"/>
            </a:pP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圆规和分规</a:t>
            </a:r>
          </a:p>
        </p:txBody>
      </p:sp>
      <p:pic>
        <p:nvPicPr>
          <p:cNvPr id="53252" name="Picture 4" descr="b1-yg"/>
          <p:cNvPicPr>
            <a:picLocks noGrp="1" noChangeAspect="1" noChangeArrowheads="1"/>
          </p:cNvPicPr>
          <p:nvPr>
            <p:ph type="chart" sz="half" idx="4294967295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4463988" y="1772828"/>
            <a:ext cx="4608512" cy="3708400"/>
          </a:xfrm>
          <a:noFill/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B4923DA1-6126-3CE6-D3E7-E0F33F63F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24" y="1169716"/>
            <a:ext cx="3598192" cy="48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四、铅笔和圆规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5FD847-F3A2-A42C-2C03-DC53CFB047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5716" y="272450"/>
            <a:ext cx="41767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defRPr/>
            </a:pPr>
            <a:r>
              <a:rPr kumimoji="1" lang="zh-CN" altLang="en-US" sz="3200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绘图工具及其使用</a:t>
            </a:r>
          </a:p>
        </p:txBody>
      </p:sp>
    </p:spTree>
    <p:extLst>
      <p:ext uri="{BB962C8B-B14F-4D97-AF65-F5344CB8AC3E}">
        <p14:creationId xmlns:p14="http://schemas.microsoft.com/office/powerpoint/2010/main" val="493995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E4CCD70C-28F0-4BD9-9B4B-31A8A96B476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50" t="1022" r="715" b="1022"/>
          <a:stretch/>
        </p:blipFill>
        <p:spPr>
          <a:xfrm>
            <a:off x="151529" y="188640"/>
            <a:ext cx="8827170" cy="648072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CFDD381-B130-4450-AEB1-DC451B266758}"/>
              </a:ext>
            </a:extLst>
          </p:cNvPr>
          <p:cNvSpPr txBox="1"/>
          <p:nvPr/>
        </p:nvSpPr>
        <p:spPr>
          <a:xfrm>
            <a:off x="6137056" y="5852679"/>
            <a:ext cx="9264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几何作图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0BC6282-5AB2-4C88-A3C1-07FAE60117FB}"/>
              </a:ext>
            </a:extLst>
          </p:cNvPr>
          <p:cNvSpPr txBox="1"/>
          <p:nvPr/>
        </p:nvSpPr>
        <p:spPr>
          <a:xfrm>
            <a:off x="7682015" y="5813317"/>
            <a:ext cx="54006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仿宋" panose="02010609060101010101" pitchFamily="49" charset="-122"/>
                <a:ea typeface="仿宋" panose="02010609060101010101" pitchFamily="49" charset="-122"/>
              </a:rPr>
              <a:t>2:1</a:t>
            </a:r>
            <a:endParaRPr lang="zh-CN" altLang="en-US" sz="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A929B95-F6A5-4874-B19D-0D541B44590F}"/>
              </a:ext>
            </a:extLst>
          </p:cNvPr>
          <p:cNvSpPr txBox="1"/>
          <p:nvPr/>
        </p:nvSpPr>
        <p:spPr>
          <a:xfrm>
            <a:off x="6260373" y="6142045"/>
            <a:ext cx="7200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latin typeface="仿宋" panose="02010609060101010101" pitchFamily="49" charset="-122"/>
                <a:ea typeface="仿宋" panose="02010609060101010101" pitchFamily="49" charset="-122"/>
              </a:rPr>
              <a:t>张  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79DA97-8ECB-43CF-891D-E56F4CDA0CFC}"/>
              </a:ext>
            </a:extLst>
          </p:cNvPr>
          <p:cNvSpPr txBox="1"/>
          <p:nvPr/>
        </p:nvSpPr>
        <p:spPr>
          <a:xfrm>
            <a:off x="7311872" y="6132393"/>
            <a:ext cx="1492191" cy="389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800" dirty="0">
                <a:latin typeface="仿宋" panose="02010609060101010101" pitchFamily="49" charset="-122"/>
                <a:ea typeface="仿宋" panose="02010609060101010101" pitchFamily="49" charset="-122"/>
              </a:rPr>
              <a:t>北京理工大学睿信书院</a:t>
            </a:r>
            <a:endParaRPr lang="en-US" altLang="zh-CN" sz="8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130000"/>
              </a:lnSpc>
            </a:pPr>
            <a:r>
              <a:rPr lang="en-US" altLang="zh-CN" sz="800" dirty="0">
                <a:latin typeface="仿宋" panose="02010609060101010101" pitchFamily="49" charset="-122"/>
                <a:ea typeface="仿宋" panose="02010609060101010101" pitchFamily="49" charset="-122"/>
              </a:rPr>
              <a:t>6302233X</a:t>
            </a:r>
            <a:r>
              <a:rPr lang="zh-CN" altLang="en-US" sz="800" dirty="0">
                <a:latin typeface="仿宋" panose="02010609060101010101" pitchFamily="49" charset="-122"/>
                <a:ea typeface="仿宋" panose="02010609060101010101" pitchFamily="49" charset="-122"/>
              </a:rPr>
              <a:t>班</a:t>
            </a:r>
            <a:r>
              <a:rPr lang="en-US" altLang="zh-CN" sz="8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800" dirty="0">
                <a:latin typeface="仿宋" panose="02010609060101010101" pitchFamily="49" charset="-122"/>
                <a:ea typeface="仿宋" panose="02010609060101010101" pitchFamily="49" charset="-122"/>
              </a:rPr>
              <a:t>学号</a:t>
            </a:r>
            <a:r>
              <a:rPr lang="en-US" altLang="zh-CN" sz="800" dirty="0">
                <a:latin typeface="仿宋" panose="02010609060101010101" pitchFamily="49" charset="-122"/>
                <a:ea typeface="仿宋" panose="02010609060101010101" pitchFamily="49" charset="-122"/>
              </a:rPr>
              <a:t>112023XXXX</a:t>
            </a:r>
            <a:r>
              <a:rPr lang="zh-CN" altLang="en-US" sz="8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73B3A3-B6F3-4FB8-9055-E3B9CE7C7B14}"/>
              </a:ext>
            </a:extLst>
          </p:cNvPr>
          <p:cNvSpPr txBox="1"/>
          <p:nvPr/>
        </p:nvSpPr>
        <p:spPr>
          <a:xfrm>
            <a:off x="6766470" y="6147633"/>
            <a:ext cx="6499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仿宋" panose="02010609060101010101" pitchFamily="49" charset="-122"/>
                <a:ea typeface="仿宋" panose="02010609060101010101" pitchFamily="49" charset="-122"/>
              </a:rPr>
              <a:t>2022.9.19</a:t>
            </a:r>
            <a:endParaRPr lang="zh-CN" altLang="en-US" sz="8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43C3702-779B-49B7-8EAA-5A530D1E95DD}"/>
              </a:ext>
            </a:extLst>
          </p:cNvPr>
          <p:cNvCxnSpPr/>
          <p:nvPr/>
        </p:nvCxnSpPr>
        <p:spPr bwMode="auto">
          <a:xfrm>
            <a:off x="282245" y="5589276"/>
            <a:ext cx="851038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5A953050-38E2-4E3E-8F65-7A60C6819832}"/>
              </a:ext>
            </a:extLst>
          </p:cNvPr>
          <p:cNvSpPr txBox="1"/>
          <p:nvPr/>
        </p:nvSpPr>
        <p:spPr>
          <a:xfrm>
            <a:off x="4363775" y="5311539"/>
            <a:ext cx="6123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 dirty="0">
                <a:solidFill>
                  <a:srgbClr val="FF0000"/>
                </a:solidFill>
              </a:rPr>
              <a:t>385</a:t>
            </a:r>
            <a:endParaRPr lang="zh-CN" altLang="en-US" sz="1400" i="1" dirty="0">
              <a:solidFill>
                <a:srgbClr val="FF0000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E7FC992-97F9-40DD-99D0-4846EE79B302}"/>
              </a:ext>
            </a:extLst>
          </p:cNvPr>
          <p:cNvCxnSpPr/>
          <p:nvPr/>
        </p:nvCxnSpPr>
        <p:spPr bwMode="auto">
          <a:xfrm>
            <a:off x="5858417" y="5155570"/>
            <a:ext cx="294437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B952260B-63D4-413B-BFFF-2A0D4E0120C0}"/>
              </a:ext>
            </a:extLst>
          </p:cNvPr>
          <p:cNvSpPr txBox="1"/>
          <p:nvPr/>
        </p:nvSpPr>
        <p:spPr>
          <a:xfrm>
            <a:off x="7167040" y="4887838"/>
            <a:ext cx="524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 dirty="0">
                <a:solidFill>
                  <a:srgbClr val="FF0000"/>
                </a:solidFill>
              </a:rPr>
              <a:t>134</a:t>
            </a:r>
            <a:endParaRPr lang="zh-CN" altLang="en-US" sz="1400" i="1" dirty="0">
              <a:solidFill>
                <a:srgbClr val="FF0000"/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BF64EDC5-24AB-4599-B6C7-069F1E016CFE}"/>
              </a:ext>
            </a:extLst>
          </p:cNvPr>
          <p:cNvCxnSpPr>
            <a:cxnSpLocks/>
          </p:cNvCxnSpPr>
          <p:nvPr/>
        </p:nvCxnSpPr>
        <p:spPr bwMode="auto">
          <a:xfrm flipV="1">
            <a:off x="7630908" y="368609"/>
            <a:ext cx="60193" cy="316421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0BAF786-7A87-4430-B8AA-941580BEA67D}"/>
              </a:ext>
            </a:extLst>
          </p:cNvPr>
          <p:cNvSpPr txBox="1"/>
          <p:nvPr/>
        </p:nvSpPr>
        <p:spPr>
          <a:xfrm rot="16200000">
            <a:off x="7147494" y="1814180"/>
            <a:ext cx="7308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i="1" dirty="0">
                <a:solidFill>
                  <a:srgbClr val="FF0000"/>
                </a:solidFill>
              </a:rPr>
              <a:t>144</a:t>
            </a:r>
            <a:endParaRPr lang="zh-CN" altLang="en-US" sz="1600" i="1" dirty="0">
              <a:solidFill>
                <a:srgbClr val="FF0000"/>
              </a:solidFill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5BA2DCC1-9C7A-4CAC-8DDF-CA3F35327E08}"/>
              </a:ext>
            </a:extLst>
          </p:cNvPr>
          <p:cNvCxnSpPr/>
          <p:nvPr/>
        </p:nvCxnSpPr>
        <p:spPr bwMode="auto">
          <a:xfrm>
            <a:off x="7350087" y="3532826"/>
            <a:ext cx="36240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ABEF8A34-55F0-4FEE-8F35-620C8A258789}"/>
              </a:ext>
            </a:extLst>
          </p:cNvPr>
          <p:cNvSpPr txBox="1"/>
          <p:nvPr/>
        </p:nvSpPr>
        <p:spPr>
          <a:xfrm>
            <a:off x="511575" y="3687427"/>
            <a:ext cx="1440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72</a:t>
            </a:r>
            <a:r>
              <a:rPr lang="zh-CN" altLang="en-US" dirty="0"/>
              <a:t>）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DE2921B-D9F1-4B24-8817-EB1BF17648AE}"/>
              </a:ext>
            </a:extLst>
          </p:cNvPr>
          <p:cNvSpPr txBox="1"/>
          <p:nvPr/>
        </p:nvSpPr>
        <p:spPr>
          <a:xfrm>
            <a:off x="7352449" y="3687427"/>
            <a:ext cx="1440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X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72</a:t>
            </a:r>
            <a:r>
              <a:rPr lang="zh-CN" altLang="en-US" dirty="0"/>
              <a:t>）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C827A25-739F-41E1-AE68-C657D1D89BE7}"/>
              </a:ext>
            </a:extLst>
          </p:cNvPr>
          <p:cNvSpPr txBox="1"/>
          <p:nvPr/>
        </p:nvSpPr>
        <p:spPr>
          <a:xfrm>
            <a:off x="4166899" y="5701465"/>
            <a:ext cx="1440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75</a:t>
            </a:r>
            <a:r>
              <a:rPr lang="zh-CN" altLang="en-US" dirty="0"/>
              <a:t>）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FE22DE5-491B-4678-A07D-4512B7EA714D}"/>
              </a:ext>
            </a:extLst>
          </p:cNvPr>
          <p:cNvSpPr txBox="1"/>
          <p:nvPr/>
        </p:nvSpPr>
        <p:spPr>
          <a:xfrm>
            <a:off x="4292058" y="443256"/>
            <a:ext cx="1440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0000"/>
                </a:solidFill>
              </a:rPr>
              <a:t>39</a:t>
            </a:r>
            <a:r>
              <a:rPr lang="zh-CN" altLang="en-US" dirty="0"/>
              <a:t>）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04FEDF4-CCE1-4CAD-BE6D-345E24E94782}"/>
              </a:ext>
            </a:extLst>
          </p:cNvPr>
          <p:cNvCxnSpPr>
            <a:cxnSpLocks/>
          </p:cNvCxnSpPr>
          <p:nvPr/>
        </p:nvCxnSpPr>
        <p:spPr bwMode="auto">
          <a:xfrm flipV="1">
            <a:off x="8978699" y="368609"/>
            <a:ext cx="0" cy="61535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triangle" w="sm" len="lg"/>
            <a:tailEnd type="triangl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8D070EEB-4996-4150-945F-360350DFF071}"/>
              </a:ext>
            </a:extLst>
          </p:cNvPr>
          <p:cNvSpPr txBox="1"/>
          <p:nvPr/>
        </p:nvSpPr>
        <p:spPr>
          <a:xfrm rot="16200000">
            <a:off x="8553105" y="3239256"/>
            <a:ext cx="6483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 dirty="0">
                <a:solidFill>
                  <a:srgbClr val="FF0000"/>
                </a:solidFill>
              </a:rPr>
              <a:t>279</a:t>
            </a:r>
            <a:endParaRPr lang="zh-CN" altLang="en-US" sz="1400" i="1" dirty="0">
              <a:solidFill>
                <a:srgbClr val="FF0000"/>
              </a:solidFill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78F3CA7E-A1A4-4F48-A740-C141CFABFCB6}"/>
              </a:ext>
            </a:extLst>
          </p:cNvPr>
          <p:cNvCxnSpPr/>
          <p:nvPr/>
        </p:nvCxnSpPr>
        <p:spPr bwMode="auto">
          <a:xfrm>
            <a:off x="8674372" y="374362"/>
            <a:ext cx="36240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3CFA17F-0C11-4F7D-A3C8-A81D90F6887A}"/>
              </a:ext>
            </a:extLst>
          </p:cNvPr>
          <p:cNvCxnSpPr/>
          <p:nvPr/>
        </p:nvCxnSpPr>
        <p:spPr bwMode="auto">
          <a:xfrm>
            <a:off x="8674372" y="6537355"/>
            <a:ext cx="36240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2E26DC4C-E403-4CE9-A547-72D2588D6630}"/>
              </a:ext>
            </a:extLst>
          </p:cNvPr>
          <p:cNvSpPr txBox="1"/>
          <p:nvPr/>
        </p:nvSpPr>
        <p:spPr>
          <a:xfrm>
            <a:off x="1417834" y="1350677"/>
            <a:ext cx="3312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红色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尺寸：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图纸尺寸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黑色尺寸：零件原值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C0460D-28DD-763B-439F-969963A24A02}"/>
              </a:ext>
            </a:extLst>
          </p:cNvPr>
          <p:cNvSpPr txBox="1"/>
          <p:nvPr/>
        </p:nvSpPr>
        <p:spPr>
          <a:xfrm>
            <a:off x="1489028" y="5699816"/>
            <a:ext cx="3312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红色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尺寸：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图纸尺寸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黑色尺寸：零件原值</a:t>
            </a:r>
          </a:p>
        </p:txBody>
      </p:sp>
    </p:spTree>
    <p:extLst>
      <p:ext uri="{BB962C8B-B14F-4D97-AF65-F5344CB8AC3E}">
        <p14:creationId xmlns:p14="http://schemas.microsoft.com/office/powerpoint/2010/main" val="291125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570EE3D3-0ECC-4873-89EE-10C61475F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040" y="224331"/>
            <a:ext cx="7137920" cy="760413"/>
          </a:xfrm>
          <a:ln/>
        </p:spPr>
        <p:txBody>
          <a:bodyPr/>
          <a:lstStyle/>
          <a:p>
            <a:pPr eaLnBrk="1" hangingPunct="1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三维建模软件介绍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71694625-D62C-44D8-A2D6-A77964D53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581" y="1088740"/>
            <a:ext cx="7524835" cy="55206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447675" lvl="1" indent="-447675" eaLnBrk="1" hangingPunct="1">
              <a:lnSpc>
                <a:spcPct val="135000"/>
              </a:lnSpc>
              <a:buClr>
                <a:srgbClr val="0000CC"/>
              </a:buClr>
              <a:buSzPct val="90000"/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SolidWorks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：达索系统（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Dassault </a:t>
            </a:r>
            <a:r>
              <a:rPr lang="en-US" altLang="zh-CN" sz="24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Systemes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）开发，功能：三维建模、分析、制造、产品数据管理。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90%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的公司使用该软件，是应用最为广泛的三维软件，包含了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电气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模块。特点：容易上手，使用方便。</a:t>
            </a:r>
          </a:p>
          <a:p>
            <a:pPr marL="447675" indent="-447675" eaLnBrk="1" hangingPunct="1">
              <a:lnSpc>
                <a:spcPct val="135000"/>
              </a:lnSpc>
              <a:buClr>
                <a:srgbClr val="0000CC"/>
              </a:buClr>
              <a:buSzPct val="90000"/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UG</a:t>
            </a: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Unigraphics NX</a:t>
            </a: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）</a:t>
            </a:r>
            <a:r>
              <a:rPr lang="zh-CN" altLang="en-US" sz="2400" dirty="0">
                <a:latin typeface="Times New Roman" panose="02020603050405020304" pitchFamily="18" charset="0"/>
              </a:rPr>
              <a:t>：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西门子公司开发，建模、分析、制造，和数控机机床接口友好。特点：曲面功能超级强大，有经验的高端用户。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marL="447675" indent="-447675" eaLnBrk="1" hangingPunct="1">
              <a:lnSpc>
                <a:spcPct val="135000"/>
              </a:lnSpc>
              <a:buClr>
                <a:srgbClr val="0000CC"/>
              </a:buClr>
              <a:buSzPct val="90000"/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Inventor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400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AutoDesk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公司开发，三维设计、运动仿真，和</a:t>
            </a:r>
            <a:r>
              <a:rPr lang="en-US" altLang="zh-CN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AutoCAD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实现三维、二维的转换。</a:t>
            </a:r>
            <a:endParaRPr lang="en-US" altLang="zh-CN" sz="2400" dirty="0">
              <a:solidFill>
                <a:srgbClr val="0000CC"/>
              </a:solidFill>
              <a:latin typeface="Times New Roman" panose="02020603050405020304" pitchFamily="18" charset="0"/>
            </a:endParaRPr>
          </a:p>
          <a:p>
            <a:pPr marL="447675" indent="-447675" eaLnBrk="1" hangingPunct="1">
              <a:lnSpc>
                <a:spcPct val="135000"/>
              </a:lnSpc>
              <a:buClr>
                <a:srgbClr val="0000CC"/>
              </a:buClr>
              <a:buSzPct val="90000"/>
              <a:buFont typeface="Wingdings" panose="05000000000000000000" pitchFamily="2" charset="2"/>
              <a:buChar char="u"/>
            </a:pPr>
            <a:r>
              <a:rPr lang="en-US" altLang="zh-CN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Pro/Engineer</a:t>
            </a: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Creo</a:t>
            </a:r>
            <a:r>
              <a:rPr lang="zh-CN" altLang="en-US" sz="2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）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</a:rPr>
              <a:t>：美国参数技术公司开发，功能很全，但不突出。 参数设计、特征建模。</a:t>
            </a:r>
          </a:p>
        </p:txBody>
      </p:sp>
    </p:spTree>
    <p:extLst>
      <p:ext uri="{BB962C8B-B14F-4D97-AF65-F5344CB8AC3E}">
        <p14:creationId xmlns:p14="http://schemas.microsoft.com/office/powerpoint/2010/main" val="564566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45186</TotalTime>
  <Words>974</Words>
  <Application>Microsoft Office PowerPoint</Application>
  <PresentationFormat>全屏显示(4:3)</PresentationFormat>
  <Paragraphs>135</Paragraphs>
  <Slides>17</Slides>
  <Notes>2</Notes>
  <HiddenSlides>0</HiddenSlides>
  <MMClips>2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仿宋</vt:lpstr>
      <vt:lpstr>黑体</vt:lpstr>
      <vt:lpstr>华文新魏</vt:lpstr>
      <vt:lpstr>宋体</vt:lpstr>
      <vt:lpstr>微软雅黑</vt:lpstr>
      <vt:lpstr>Arial</vt:lpstr>
      <vt:lpstr>Calibri</vt:lpstr>
      <vt:lpstr>MV Boli</vt:lpstr>
      <vt:lpstr>Tahoma</vt:lpstr>
      <vt:lpstr>Times New Roman</vt:lpstr>
      <vt:lpstr>Wingdings</vt:lpstr>
      <vt:lpstr>Office 主题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一、图板和丁字尺</vt:lpstr>
      <vt:lpstr>一、图板和丁字尺</vt:lpstr>
      <vt:lpstr>一、图板和丁字尺</vt:lpstr>
      <vt:lpstr>PowerPoint 演示文稿</vt:lpstr>
      <vt:lpstr>PowerPoint 演示文稿</vt:lpstr>
      <vt:lpstr>三、曲线板</vt:lpstr>
      <vt:lpstr>四、铅笔和圆规</vt:lpstr>
      <vt:lpstr>四、铅笔和圆规</vt:lpstr>
      <vt:lpstr>圆规和分规</vt:lpstr>
      <vt:lpstr>PowerPoint 演示文稿</vt:lpstr>
      <vt:lpstr>三维建模软件介绍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工程制图C</dc:title>
  <dc:subject>第一章</dc:subject>
  <dc:creator>郭良平</dc:creator>
  <cp:lastModifiedBy>Swiftstep</cp:lastModifiedBy>
  <cp:revision>678</cp:revision>
  <cp:lastPrinted>1601-01-01T00:00:00Z</cp:lastPrinted>
  <dcterms:created xsi:type="dcterms:W3CDTF">1601-01-01T00:00:00Z</dcterms:created>
  <dcterms:modified xsi:type="dcterms:W3CDTF">2023-09-16T04:35:27Z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LCID">
    <vt:i4>2052</vt:i4>
  </property>
</Properties>
</file>