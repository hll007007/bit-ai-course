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45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67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44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21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78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91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756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95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61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625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37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735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4C061-1A64-4C53-B4B4-40313FCA2000}" type="datetimeFigureOut">
              <a:rPr lang="zh-CN" altLang="en-US" smtClean="0"/>
              <a:t>2020/12/2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80131-244B-4729-B745-8F5D902823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137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0"/>
            <a:ext cx="54520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5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7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61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47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7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91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87000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027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0</Words>
  <Application>Microsoft Office PowerPoint</Application>
  <PresentationFormat>全屏显示(4:3)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asus</cp:lastModifiedBy>
  <cp:revision>2</cp:revision>
  <dcterms:created xsi:type="dcterms:W3CDTF">2020-12-02T14:04:10Z</dcterms:created>
  <dcterms:modified xsi:type="dcterms:W3CDTF">2020-12-02T14:19:09Z</dcterms:modified>
</cp:coreProperties>
</file>