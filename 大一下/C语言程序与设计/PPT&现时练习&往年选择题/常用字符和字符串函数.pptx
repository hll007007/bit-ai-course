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6" r:id="rId2"/>
    <p:sldId id="27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9CA008-592E-F104-A82A-AE65E4B32F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48E2000-6A1D-B197-B6A6-7BEC844CE6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731792-AA41-C524-1008-AB46CE71F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7E267-C57C-1844-B299-C4C5964849CA}" type="datetimeFigureOut">
              <a:rPr kumimoji="1" lang="zh-CN" altLang="en-US" smtClean="0"/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FABE9F-3219-24C5-3212-10AFF4F09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ECA49C-FE19-6C44-020E-6D5585551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55226-9726-ED4D-993F-C23011D9E5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82518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9754FF-2A1A-B000-24D2-FA07C7FBC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5B4649-5D7A-1AB6-4E1E-65A221722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B03D81-146A-A74F-AACC-501E43E12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7E267-C57C-1844-B299-C4C5964849CA}" type="datetimeFigureOut">
              <a:rPr kumimoji="1" lang="zh-CN" altLang="en-US" smtClean="0"/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8AAD66-618A-5E1D-0687-FCF064969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7CC10D-68DD-641B-14A9-1E055B941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55226-9726-ED4D-993F-C23011D9E5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06516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56BC5E-B7DA-3FF7-FDC4-655D88835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535C1C-31A9-98EB-EE52-ADC76293E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ADB347-72F5-B224-E1C9-646C57EFB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7E267-C57C-1844-B299-C4C5964849CA}" type="datetimeFigureOut">
              <a:rPr kumimoji="1" lang="zh-CN" altLang="en-US" smtClean="0"/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A14236-3DCA-D3B6-72FD-1D2614137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0454D5-DA97-3742-9F9D-3E626165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55226-9726-ED4D-993F-C23011D9E5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639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C42288-8E45-5E76-0E6E-1FE094310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D8ED6A-9214-CFE3-8F4A-1F144D2046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D05D78-D909-9193-1DB0-09164963C9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3958F3-FB23-F76A-F453-D4FDA0C79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7E267-C57C-1844-B299-C4C5964849CA}" type="datetimeFigureOut">
              <a:rPr kumimoji="1" lang="zh-CN" altLang="en-US" smtClean="0"/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BDEEAC-ECD5-0A8F-1BE9-CC5AE920C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91FA0E2-5798-6307-D6AE-FAD8A73CD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55226-9726-ED4D-993F-C23011D9E5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78620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2CB1C6-130B-9568-7283-FED7E5E3E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B5B629-2EC0-00A4-D5E0-CD7D788EF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12E6DDC-D8A9-0F3C-7217-41711651E6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3FE9B7E-AA3D-03A7-DB6E-CDD573EF92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8B87837-D61F-C698-04B2-E1EE38B9D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12BB3EC-21F5-12CE-5194-38334BBFB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7E267-C57C-1844-B299-C4C5964849CA}" type="datetimeFigureOut">
              <a:rPr kumimoji="1" lang="zh-CN" altLang="en-US" smtClean="0"/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A6C0D75-D0B5-D287-B40F-D0C320A72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3D15378-5464-FDA9-A38A-886B2352E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55226-9726-ED4D-993F-C23011D9E5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04365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D12C3A-8FE0-B437-F5DD-976F7CA68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B5529E5-2A20-5F0A-9272-E9034C8E1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7E267-C57C-1844-B299-C4C5964849CA}" type="datetimeFigureOut">
              <a:rPr kumimoji="1" lang="zh-CN" altLang="en-US" smtClean="0"/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2015B18-D7BE-B624-6679-5F2D6F9E4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989FADF-AA7D-F574-9EC4-1B1225F40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55226-9726-ED4D-993F-C23011D9E5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95103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4CB2155-140B-FBA3-47AF-4E96E16C0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7E267-C57C-1844-B299-C4C5964849CA}" type="datetimeFigureOut">
              <a:rPr kumimoji="1" lang="zh-CN" altLang="en-US" smtClean="0"/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77385E3-949C-A9F8-02BA-19AE08146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921A6E-6884-D46B-B4E1-E5E1E2A4B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55226-9726-ED4D-993F-C23011D9E5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9084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D41B36-EE73-B499-31F8-2E139A04A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2BCB9C-80B1-A681-E788-A97D80FB3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0B913A-BA0C-26F0-0D68-9CFA5F66C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DE663C9-82C3-1AEA-9F92-02CBB0DA5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7E267-C57C-1844-B299-C4C5964849CA}" type="datetimeFigureOut">
              <a:rPr kumimoji="1" lang="zh-CN" altLang="en-US" smtClean="0"/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A2146B-0D93-48FB-631D-E61BAFC5C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74FFA1-3239-52AD-0C70-23B29BD11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55226-9726-ED4D-993F-C23011D9E5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1136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3D393D-CA97-C70E-EF83-50539CE0D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0CFD67D-F268-7AD4-7FBC-A94E83A698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44647B-DA4C-99DD-4675-46E83418AB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D7F29C-12EC-E289-787B-84AD9159F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7E267-C57C-1844-B299-C4C5964849CA}" type="datetimeFigureOut">
              <a:rPr kumimoji="1" lang="zh-CN" altLang="en-US" smtClean="0"/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B6F450-65FC-1E5E-6EB2-0BC767280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50E5833-AA40-17BE-52B6-63F7B3838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55226-9726-ED4D-993F-C23011D9E5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4711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F5D578-7517-0EB1-A3D4-AFF831B89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127FED-544B-7EF4-E91B-920F699DCC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392BBE-FCFD-098F-3531-D3BB7E2F7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7E267-C57C-1844-B299-C4C5964849CA}" type="datetimeFigureOut">
              <a:rPr kumimoji="1" lang="zh-CN" altLang="en-US" smtClean="0"/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9B8994-D493-3D18-2DE0-92DB5D064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016C9E-F08D-06DE-F378-B63FFDB15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55226-9726-ED4D-993F-C23011D9E5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00618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9E35DB7-DCE3-307F-4333-C508130277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44CB0CA-BA99-51A9-E0ED-BAA16705E5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A6D557-D444-E768-BC85-F554A5130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7E267-C57C-1844-B299-C4C5964849CA}" type="datetimeFigureOut">
              <a:rPr kumimoji="1" lang="zh-CN" altLang="en-US" smtClean="0"/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D65018-E812-7AF1-E204-59DE641C2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A0C33F-5FA6-97A4-1962-DB5F72AE0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55226-9726-ED4D-993F-C23011D9E5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0687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33585FA-99D5-1280-D2B7-EA01788D0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68993D-E31F-CB55-2626-3A3387869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E7D109-5F41-7A42-4640-9F272CDBC4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A7E267-C57C-1844-B299-C4C5964849CA}" type="datetimeFigureOut">
              <a:rPr kumimoji="1" lang="zh-CN" altLang="en-US" smtClean="0"/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91BC04-E525-717A-380E-C46B0EE3A8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F835CB-9BF4-5EA7-10C8-5B38AF06DD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955226-9726-ED4D-993F-C23011D9E5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4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常用字符函数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342138" y="1268761"/>
            <a:ext cx="54617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Consolas" charset="0"/>
                <a:ea typeface="宋体" charset="-122"/>
              </a:rPr>
              <a:t>#include &lt;</a:t>
            </a:r>
            <a:r>
              <a:rPr kumimoji="1" lang="en-US" altLang="zh-CN" sz="2400" dirty="0" err="1">
                <a:latin typeface="Consolas" charset="0"/>
                <a:ea typeface="宋体" charset="-122"/>
              </a:rPr>
              <a:t>ctype.h</a:t>
            </a:r>
            <a:r>
              <a:rPr kumimoji="1" lang="en-US" altLang="zh-CN" sz="2400" dirty="0">
                <a:latin typeface="Consolas" charset="0"/>
                <a:ea typeface="宋体" charset="-122"/>
              </a:rPr>
              <a:t>&gt;</a:t>
            </a:r>
            <a:r>
              <a:rPr kumimoji="1" lang="zh-CN" altLang="en-US" sz="2400" dirty="0">
                <a:latin typeface="Consolas" charset="0"/>
                <a:ea typeface="宋体" charset="-122"/>
              </a:rPr>
              <a:t>  </a:t>
            </a:r>
            <a:r>
              <a:rPr kumimoji="1" lang="en-US" altLang="zh-CN" sz="2400" dirty="0">
                <a:latin typeface="Consolas" charset="0"/>
                <a:ea typeface="宋体" charset="-122"/>
              </a:rPr>
              <a:t>//</a:t>
            </a:r>
            <a:r>
              <a:rPr kumimoji="1" lang="zh-CN" altLang="en-US" sz="2400" dirty="0">
                <a:latin typeface="Consolas" charset="0"/>
                <a:ea typeface="宋体" charset="-122"/>
              </a:rPr>
              <a:t>针对单字符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342138" y="1916833"/>
            <a:ext cx="359265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 err="1">
                <a:latin typeface="Consolas" charset="0"/>
                <a:ea typeface="宋体" charset="-122"/>
              </a:rPr>
              <a:t>isalpha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() </a:t>
            </a:r>
            <a:r>
              <a:rPr kumimoji="1" lang="zh-CN" altLang="en-US" sz="2800" dirty="0">
                <a:latin typeface="Consolas" charset="0"/>
                <a:ea typeface="宋体" charset="-122"/>
              </a:rPr>
              <a:t>是否字母</a:t>
            </a:r>
            <a:endParaRPr kumimoji="1" lang="en-US" altLang="zh-CN" sz="2800" dirty="0">
              <a:latin typeface="Consolas" charset="0"/>
              <a:ea typeface="宋体" charset="-122"/>
            </a:endParaRPr>
          </a:p>
          <a:p>
            <a:r>
              <a:rPr kumimoji="1" lang="en-US" altLang="zh-CN" sz="2800" dirty="0" err="1">
                <a:latin typeface="Consolas" charset="0"/>
                <a:ea typeface="宋体" charset="-122"/>
              </a:rPr>
              <a:t>isdigit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()</a:t>
            </a:r>
            <a:r>
              <a:rPr kumimoji="1" lang="zh-CN" altLang="en-US" sz="2800" dirty="0">
                <a:latin typeface="Consolas" charset="0"/>
                <a:ea typeface="宋体" charset="-122"/>
              </a:rPr>
              <a:t> 是否数字</a:t>
            </a:r>
            <a:endParaRPr kumimoji="1" lang="en-US" altLang="zh-CN" sz="2800" dirty="0">
              <a:latin typeface="Consolas" charset="0"/>
              <a:ea typeface="宋体" charset="-122"/>
            </a:endParaRPr>
          </a:p>
          <a:p>
            <a:r>
              <a:rPr kumimoji="1" lang="en-US" altLang="zh-CN" sz="2800" dirty="0" err="1">
                <a:latin typeface="Consolas" charset="0"/>
                <a:ea typeface="宋体" charset="-122"/>
              </a:rPr>
              <a:t>isspace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()</a:t>
            </a:r>
            <a:r>
              <a:rPr kumimoji="1" lang="zh-CN" altLang="en-US" sz="2800" dirty="0">
                <a:latin typeface="Consolas" charset="0"/>
                <a:ea typeface="宋体" charset="-122"/>
              </a:rPr>
              <a:t> 是否分隔</a:t>
            </a:r>
            <a:endParaRPr kumimoji="1" lang="en-US" altLang="zh-CN" sz="2800" dirty="0">
              <a:latin typeface="Consolas" charset="0"/>
              <a:ea typeface="宋体" charset="-122"/>
            </a:endParaRPr>
          </a:p>
          <a:p>
            <a:r>
              <a:rPr kumimoji="1" lang="en-US" altLang="zh-CN" sz="2800" dirty="0" err="1">
                <a:latin typeface="Consolas" charset="0"/>
                <a:ea typeface="宋体" charset="-122"/>
              </a:rPr>
              <a:t>isupper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()</a:t>
            </a:r>
            <a:r>
              <a:rPr kumimoji="1" lang="zh-CN" altLang="en-US" sz="2800" dirty="0">
                <a:latin typeface="Consolas" charset="0"/>
                <a:ea typeface="宋体" charset="-122"/>
              </a:rPr>
              <a:t> 是否大写</a:t>
            </a:r>
            <a:endParaRPr kumimoji="1" lang="en-US" altLang="zh-CN" sz="2800" dirty="0">
              <a:latin typeface="Consolas" charset="0"/>
              <a:ea typeface="宋体" charset="-122"/>
            </a:endParaRPr>
          </a:p>
          <a:p>
            <a:r>
              <a:rPr kumimoji="1" lang="en-US" altLang="zh-CN" sz="2800" dirty="0" err="1">
                <a:latin typeface="Consolas" charset="0"/>
                <a:ea typeface="宋体" charset="-122"/>
              </a:rPr>
              <a:t>islower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()</a:t>
            </a:r>
            <a:r>
              <a:rPr kumimoji="1" lang="zh-CN" altLang="en-US" sz="2800" dirty="0">
                <a:latin typeface="Consolas" charset="0"/>
                <a:ea typeface="宋体" charset="-122"/>
              </a:rPr>
              <a:t> 是否小写</a:t>
            </a:r>
            <a:endParaRPr kumimoji="1" lang="en-US" altLang="zh-CN" sz="2800" dirty="0">
              <a:latin typeface="Consolas" charset="0"/>
              <a:ea typeface="宋体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42138" y="4506973"/>
            <a:ext cx="431079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 err="1">
                <a:latin typeface="Consolas" charset="0"/>
                <a:ea typeface="宋体" charset="-122"/>
              </a:rPr>
              <a:t>toupper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() </a:t>
            </a:r>
            <a:r>
              <a:rPr kumimoji="1" lang="zh-CN" altLang="en-US" sz="2800" dirty="0">
                <a:latin typeface="Consolas" charset="0"/>
                <a:ea typeface="宋体" charset="-122"/>
              </a:rPr>
              <a:t>返回大写字符</a:t>
            </a:r>
            <a:endParaRPr kumimoji="1" lang="en-US" altLang="zh-CN" sz="2800" dirty="0">
              <a:latin typeface="Consolas" charset="0"/>
              <a:ea typeface="宋体" charset="-122"/>
            </a:endParaRPr>
          </a:p>
          <a:p>
            <a:r>
              <a:rPr kumimoji="1" lang="en-US" altLang="zh-CN" sz="2800" dirty="0" err="1">
                <a:latin typeface="Consolas" charset="0"/>
                <a:ea typeface="宋体" charset="-122"/>
              </a:rPr>
              <a:t>tolower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()</a:t>
            </a:r>
            <a:r>
              <a:rPr kumimoji="1" lang="zh-CN" altLang="en-US" sz="2800" dirty="0">
                <a:latin typeface="Consolas" charset="0"/>
                <a:ea typeface="宋体" charset="-122"/>
              </a:rPr>
              <a:t> 返回小写字符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C4D1314-379A-609F-88BF-E62FFD481A4C}"/>
              </a:ext>
            </a:extLst>
          </p:cNvPr>
          <p:cNvSpPr txBox="1"/>
          <p:nvPr/>
        </p:nvSpPr>
        <p:spPr>
          <a:xfrm>
            <a:off x="1083364" y="5804452"/>
            <a:ext cx="8130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/>
              <a:t>但需注意上面字符判断函数返回非零或者零，而不是</a:t>
            </a:r>
            <a:r>
              <a:rPr kumimoji="1" lang="en-US" altLang="zh-CN" sz="2400" b="1" dirty="0"/>
              <a:t>0</a:t>
            </a:r>
            <a:r>
              <a:rPr kumimoji="1" lang="zh-CN" altLang="en-US" sz="2400" b="1" dirty="0"/>
              <a:t>和</a:t>
            </a:r>
            <a:r>
              <a:rPr kumimoji="1" lang="en-US" altLang="zh-CN" sz="2400" b="1" dirty="0"/>
              <a:t>1</a:t>
            </a:r>
            <a:endParaRPr kumimoji="1"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757391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常用字符串函数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342138" y="1268761"/>
            <a:ext cx="56316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Consolas" charset="0"/>
                <a:ea typeface="宋体" charset="-122"/>
              </a:rPr>
              <a:t>#include &lt;</a:t>
            </a:r>
            <a:r>
              <a:rPr kumimoji="1" lang="en-US" altLang="zh-CN" sz="2400" dirty="0" err="1">
                <a:latin typeface="Consolas" charset="0"/>
                <a:ea typeface="宋体" charset="-122"/>
              </a:rPr>
              <a:t>string.h</a:t>
            </a:r>
            <a:r>
              <a:rPr kumimoji="1" lang="en-US" altLang="zh-CN" sz="2400" dirty="0">
                <a:latin typeface="Consolas" charset="0"/>
                <a:ea typeface="宋体" charset="-122"/>
              </a:rPr>
              <a:t>&gt;</a:t>
            </a:r>
            <a:r>
              <a:rPr kumimoji="1" lang="zh-CN" altLang="en-US" sz="2400" dirty="0">
                <a:latin typeface="Consolas" charset="0"/>
                <a:ea typeface="宋体" charset="-122"/>
              </a:rPr>
              <a:t>  </a:t>
            </a:r>
            <a:r>
              <a:rPr kumimoji="1" lang="en-US" altLang="zh-CN" sz="2400" dirty="0">
                <a:latin typeface="Consolas" charset="0"/>
                <a:ea typeface="宋体" charset="-122"/>
              </a:rPr>
              <a:t>//</a:t>
            </a:r>
            <a:r>
              <a:rPr kumimoji="1" lang="zh-CN" altLang="en-US" sz="2400" dirty="0">
                <a:latin typeface="Consolas" charset="0"/>
                <a:ea typeface="宋体" charset="-122"/>
              </a:rPr>
              <a:t>针对字符串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588872" y="2187615"/>
            <a:ext cx="7465505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 err="1">
                <a:latin typeface="Consolas" charset="0"/>
                <a:ea typeface="宋体" charset="-122"/>
              </a:rPr>
              <a:t>strlen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(s)    s</a:t>
            </a:r>
            <a:r>
              <a:rPr kumimoji="1" lang="zh-CN" altLang="en-US" sz="2800" dirty="0">
                <a:latin typeface="Consolas" charset="0"/>
                <a:ea typeface="宋体" charset="-122"/>
              </a:rPr>
              <a:t>有效字符数</a:t>
            </a:r>
            <a:endParaRPr kumimoji="1" lang="en-US" altLang="zh-CN" sz="2800" dirty="0">
              <a:latin typeface="Consolas" charset="0"/>
              <a:ea typeface="宋体" charset="-122"/>
            </a:endParaRPr>
          </a:p>
          <a:p>
            <a:r>
              <a:rPr kumimoji="1" lang="en-US" altLang="zh-CN" sz="2800" dirty="0" err="1">
                <a:latin typeface="Consolas" charset="0"/>
                <a:ea typeface="宋体" charset="-122"/>
              </a:rPr>
              <a:t>strcpy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(</a:t>
            </a:r>
            <a:r>
              <a:rPr kumimoji="1" lang="en-US" altLang="zh-CN" sz="2800" dirty="0" err="1">
                <a:latin typeface="Consolas" charset="0"/>
                <a:ea typeface="宋体" charset="-122"/>
              </a:rPr>
              <a:t>a,b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)</a:t>
            </a:r>
            <a:r>
              <a:rPr kumimoji="1" lang="zh-CN" altLang="en-US" sz="2800" dirty="0">
                <a:latin typeface="Consolas" charset="0"/>
                <a:ea typeface="宋体" charset="-122"/>
              </a:rPr>
              <a:t>  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b</a:t>
            </a:r>
            <a:r>
              <a:rPr kumimoji="1" lang="zh-CN" altLang="en-US" sz="2800" dirty="0">
                <a:latin typeface="Consolas" charset="0"/>
                <a:ea typeface="宋体" charset="-122"/>
              </a:rPr>
              <a:t>复制到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a</a:t>
            </a:r>
          </a:p>
          <a:p>
            <a:r>
              <a:rPr kumimoji="1" lang="en-US" altLang="zh-CN" sz="2800" dirty="0" err="1">
                <a:latin typeface="Consolas" charset="0"/>
                <a:ea typeface="宋体" charset="-122"/>
              </a:rPr>
              <a:t>strcat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(</a:t>
            </a:r>
            <a:r>
              <a:rPr kumimoji="1" lang="en-US" altLang="zh-CN" sz="2800" dirty="0" err="1">
                <a:latin typeface="Consolas" charset="0"/>
                <a:ea typeface="宋体" charset="-122"/>
              </a:rPr>
              <a:t>a,b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)</a:t>
            </a:r>
            <a:r>
              <a:rPr kumimoji="1" lang="zh-CN" altLang="en-US" sz="2800" dirty="0">
                <a:latin typeface="Consolas" charset="0"/>
                <a:ea typeface="宋体" charset="-122"/>
              </a:rPr>
              <a:t>  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b</a:t>
            </a:r>
            <a:r>
              <a:rPr kumimoji="1" lang="zh-CN" altLang="en-US" sz="2800" dirty="0">
                <a:latin typeface="Consolas" charset="0"/>
                <a:ea typeface="宋体" charset="-122"/>
              </a:rPr>
              <a:t>拼接到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a</a:t>
            </a:r>
            <a:r>
              <a:rPr kumimoji="1" lang="zh-CN" altLang="en-US" sz="2800" dirty="0">
                <a:latin typeface="Consolas" charset="0"/>
                <a:ea typeface="宋体" charset="-122"/>
              </a:rPr>
              <a:t>后面</a:t>
            </a:r>
            <a:endParaRPr kumimoji="1" lang="en-US" altLang="zh-CN" sz="2800" dirty="0">
              <a:latin typeface="Consolas" charset="0"/>
              <a:ea typeface="宋体" charset="-122"/>
            </a:endParaRPr>
          </a:p>
          <a:p>
            <a:r>
              <a:rPr kumimoji="1" lang="en-US" altLang="zh-CN" sz="2800" dirty="0" err="1">
                <a:latin typeface="Consolas" charset="0"/>
                <a:ea typeface="宋体" charset="-122"/>
              </a:rPr>
              <a:t>strcmp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(</a:t>
            </a:r>
            <a:r>
              <a:rPr kumimoji="1" lang="en-US" altLang="zh-CN" sz="2800" dirty="0" err="1">
                <a:latin typeface="Consolas" charset="0"/>
                <a:ea typeface="宋体" charset="-122"/>
              </a:rPr>
              <a:t>a,b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) </a:t>
            </a:r>
            <a:r>
              <a:rPr kumimoji="1" lang="zh-CN" altLang="en-US" sz="2800" dirty="0">
                <a:latin typeface="Consolas" charset="0"/>
                <a:ea typeface="宋体" charset="-122"/>
              </a:rPr>
              <a:t> 比较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a</a:t>
            </a:r>
            <a:r>
              <a:rPr kumimoji="1" lang="zh-CN" altLang="en-US" sz="2800" dirty="0">
                <a:latin typeface="Consolas" charset="0"/>
                <a:ea typeface="宋体" charset="-122"/>
              </a:rPr>
              <a:t>和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b</a:t>
            </a:r>
            <a:r>
              <a:rPr kumimoji="1" lang="zh-CN" altLang="en-US" sz="2800" dirty="0">
                <a:latin typeface="Consolas" charset="0"/>
                <a:ea typeface="宋体" charset="-122"/>
              </a:rPr>
              <a:t>，返回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&gt;0 / 0 / &lt;0</a:t>
            </a:r>
          </a:p>
          <a:p>
            <a:r>
              <a:rPr kumimoji="1" lang="en-US" altLang="zh-CN" sz="2800" dirty="0" err="1">
                <a:latin typeface="Consolas" charset="0"/>
                <a:ea typeface="宋体" charset="-122"/>
              </a:rPr>
              <a:t>memset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(s,'\0',sizeof(s))</a:t>
            </a:r>
            <a:r>
              <a:rPr kumimoji="1" lang="zh-CN" altLang="en-US" sz="2800" dirty="0">
                <a:latin typeface="Consolas" charset="0"/>
                <a:ea typeface="宋体" charset="-122"/>
              </a:rPr>
              <a:t> 用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'\0'</a:t>
            </a:r>
            <a:r>
              <a:rPr kumimoji="1" lang="zh-CN" altLang="en-US" sz="2800" dirty="0">
                <a:latin typeface="Consolas" charset="0"/>
                <a:ea typeface="宋体" charset="-122"/>
              </a:rPr>
              <a:t>填充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s</a:t>
            </a:r>
          </a:p>
          <a:p>
            <a:r>
              <a:rPr kumimoji="1" lang="en-US" altLang="zh-CN" sz="2800" dirty="0" err="1">
                <a:latin typeface="Consolas" charset="0"/>
                <a:ea typeface="宋体" charset="-122"/>
              </a:rPr>
              <a:t>sscanf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(s, "&lt;</a:t>
            </a:r>
            <a:r>
              <a:rPr kumimoji="1" lang="zh-CN" altLang="en-US" sz="2800" dirty="0">
                <a:latin typeface="Consolas" charset="0"/>
                <a:ea typeface="宋体" charset="-122"/>
              </a:rPr>
              <a:t>格式串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&gt;"</a:t>
            </a:r>
            <a:r>
              <a:rPr kumimoji="1" lang="zh-CN" altLang="en-US" sz="2800" dirty="0">
                <a:latin typeface="Consolas" charset="0"/>
                <a:ea typeface="宋体" charset="-122"/>
              </a:rPr>
              <a:t>，变量表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)</a:t>
            </a:r>
          </a:p>
          <a:p>
            <a:r>
              <a:rPr kumimoji="1" lang="en-US" altLang="zh-CN" sz="2800" dirty="0" err="1">
                <a:latin typeface="Consolas" charset="0"/>
                <a:ea typeface="宋体" charset="-122"/>
              </a:rPr>
              <a:t>sprintf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(s, "&lt;</a:t>
            </a:r>
            <a:r>
              <a:rPr kumimoji="1" lang="zh-CN" altLang="en-US" sz="2800" dirty="0">
                <a:latin typeface="Consolas" charset="0"/>
                <a:ea typeface="宋体" charset="-122"/>
              </a:rPr>
              <a:t>格式串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&gt;"</a:t>
            </a:r>
            <a:r>
              <a:rPr kumimoji="1" lang="zh-CN" altLang="en-US" sz="2800" dirty="0">
                <a:latin typeface="Consolas" charset="0"/>
                <a:ea typeface="宋体" charset="-122"/>
              </a:rPr>
              <a:t>，变量表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)</a:t>
            </a:r>
          </a:p>
          <a:p>
            <a:endParaRPr kumimoji="1" lang="en-US" altLang="zh-CN" sz="2800" dirty="0">
              <a:latin typeface="Consolas" charset="0"/>
              <a:ea typeface="宋体" charset="-122"/>
            </a:endParaRPr>
          </a:p>
          <a:p>
            <a:endParaRPr kumimoji="1" lang="zh-CN" altLang="en-US" sz="2800" dirty="0">
              <a:latin typeface="Consolas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6998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170</Words>
  <Application>Microsoft Macintosh PowerPoint</Application>
  <PresentationFormat>宽屏</PresentationFormat>
  <Paragraphs>19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Arial</vt:lpstr>
      <vt:lpstr>Consolas</vt:lpstr>
      <vt:lpstr>Office 主题​​</vt:lpstr>
      <vt:lpstr>常用字符函数</vt:lpstr>
      <vt:lpstr>常用字符串函数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zhouq</dc:creator>
  <cp:lastModifiedBy>zhouq</cp:lastModifiedBy>
  <cp:revision>2</cp:revision>
  <dcterms:created xsi:type="dcterms:W3CDTF">2026-07-02T15:14:49Z</dcterms:created>
  <dcterms:modified xsi:type="dcterms:W3CDTF">2026-07-02T15:16:51Z</dcterms:modified>
</cp:coreProperties>
</file>